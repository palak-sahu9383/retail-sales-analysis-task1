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302" r:id="rId6"/>
    <p:sldId id="303" r:id="rId7"/>
    <p:sldId id="280" r:id="rId8"/>
    <p:sldId id="301" r:id="rId9"/>
    <p:sldId id="305" r:id="rId10"/>
    <p:sldId id="310" r:id="rId11"/>
    <p:sldId id="306" r:id="rId12"/>
    <p:sldId id="307" r:id="rId13"/>
    <p:sldId id="309" r:id="rId14"/>
    <p:sldId id="311" r:id="rId15"/>
    <p:sldId id="304" r:id="rId16"/>
    <p:sldId id="308" r:id="rId17"/>
    <p:sldId id="30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5171D-A411-44AF-8741-14DE44E60A90}" v="26" dt="2026-08-26T11:45:34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5701"/>
  </p:normalViewPr>
  <p:slideViewPr>
    <p:cSldViewPr>
      <p:cViewPr varScale="1">
        <p:scale>
          <a:sx n="78" d="100"/>
          <a:sy n="78" d="100"/>
        </p:scale>
        <p:origin x="715" y="72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ran Sahu" userId="4b7f3de33a7f53ce" providerId="LiveId" clId="{E3FF85C4-369F-44D6-8AA8-EB62250C0306}"/>
    <pc:docChg chg="undo redo custSel modSld">
      <pc:chgData name="Simran Sahu" userId="4b7f3de33a7f53ce" providerId="LiveId" clId="{E3FF85C4-369F-44D6-8AA8-EB62250C0306}" dt="2026-08-26T11:42:09.525" v="449" actId="1076"/>
      <pc:docMkLst>
        <pc:docMk/>
      </pc:docMkLst>
      <pc:sldChg chg="modSp mod">
        <pc:chgData name="Simran Sahu" userId="4b7f3de33a7f53ce" providerId="LiveId" clId="{E3FF85C4-369F-44D6-8AA8-EB62250C0306}" dt="2026-08-26T10:51:10.011" v="41" actId="14100"/>
        <pc:sldMkLst>
          <pc:docMk/>
          <pc:sldMk cId="2259308896" sldId="256"/>
        </pc:sldMkLst>
        <pc:spChg chg="mod">
          <ac:chgData name="Simran Sahu" userId="4b7f3de33a7f53ce" providerId="LiveId" clId="{E3FF85C4-369F-44D6-8AA8-EB62250C0306}" dt="2026-08-26T10:51:10.011" v="41" actId="14100"/>
          <ac:spMkLst>
            <pc:docMk/>
            <pc:sldMk cId="2259308896" sldId="256"/>
            <ac:spMk id="2" creationId="{51DF3D98-3C30-4CFC-8643-C81E829C8C25}"/>
          </ac:spMkLst>
        </pc:spChg>
      </pc:sldChg>
      <pc:sldChg chg="modSp mod">
        <pc:chgData name="Simran Sahu" userId="4b7f3de33a7f53ce" providerId="LiveId" clId="{E3FF85C4-369F-44D6-8AA8-EB62250C0306}" dt="2026-08-26T11:40:44.458" v="437" actId="12"/>
        <pc:sldMkLst>
          <pc:docMk/>
          <pc:sldMk cId="3308071976" sldId="280"/>
        </pc:sldMkLst>
        <pc:spChg chg="mod">
          <ac:chgData name="Simran Sahu" userId="4b7f3de33a7f53ce" providerId="LiveId" clId="{E3FF85C4-369F-44D6-8AA8-EB62250C0306}" dt="2026-08-26T11:40:44.458" v="437" actId="12"/>
          <ac:spMkLst>
            <pc:docMk/>
            <pc:sldMk cId="3308071976" sldId="280"/>
            <ac:spMk id="3" creationId="{A068D447-28D3-4F5F-B2DC-FD67E9015868}"/>
          </ac:spMkLst>
        </pc:spChg>
      </pc:sldChg>
      <pc:sldChg chg="modSp mod">
        <pc:chgData name="Simran Sahu" userId="4b7f3de33a7f53ce" providerId="LiveId" clId="{E3FF85C4-369F-44D6-8AA8-EB62250C0306}" dt="2026-08-26T11:34:38.999" v="395" actId="1076"/>
        <pc:sldMkLst>
          <pc:docMk/>
          <pc:sldMk cId="627731054" sldId="281"/>
        </pc:sldMkLst>
        <pc:spChg chg="mod">
          <ac:chgData name="Simran Sahu" userId="4b7f3de33a7f53ce" providerId="LiveId" clId="{E3FF85C4-369F-44D6-8AA8-EB62250C0306}" dt="2026-08-26T11:33:53.095" v="388" actId="14100"/>
          <ac:spMkLst>
            <pc:docMk/>
            <pc:sldMk cId="627731054" sldId="281"/>
            <ac:spMk id="2" creationId="{51DF3D98-3C30-4CFC-8643-C81E829C8C25}"/>
          </ac:spMkLst>
        </pc:spChg>
        <pc:spChg chg="mod">
          <ac:chgData name="Simran Sahu" userId="4b7f3de33a7f53ce" providerId="LiveId" clId="{E3FF85C4-369F-44D6-8AA8-EB62250C0306}" dt="2026-08-26T11:34:38.999" v="395" actId="1076"/>
          <ac:spMkLst>
            <pc:docMk/>
            <pc:sldMk cId="627731054" sldId="281"/>
            <ac:spMk id="3" creationId="{A068D447-28D3-4F5F-B2DC-FD67E9015868}"/>
          </ac:spMkLst>
        </pc:spChg>
      </pc:sldChg>
      <pc:sldChg chg="addSp delSp modSp mod">
        <pc:chgData name="Simran Sahu" userId="4b7f3de33a7f53ce" providerId="LiveId" clId="{E3FF85C4-369F-44D6-8AA8-EB62250C0306}" dt="2026-08-26T11:36:46.876" v="399" actId="20577"/>
        <pc:sldMkLst>
          <pc:docMk/>
          <pc:sldMk cId="3729241824" sldId="300"/>
        </pc:sldMkLst>
        <pc:spChg chg="del">
          <ac:chgData name="Simran Sahu" userId="4b7f3de33a7f53ce" providerId="LiveId" clId="{E3FF85C4-369F-44D6-8AA8-EB62250C0306}" dt="2026-08-26T11:29:58.725" v="358" actId="478"/>
          <ac:spMkLst>
            <pc:docMk/>
            <pc:sldMk cId="3729241824" sldId="300"/>
            <ac:spMk id="4" creationId="{224F687D-905D-5940-E92B-664E8ED07C88}"/>
          </ac:spMkLst>
        </pc:spChg>
        <pc:spChg chg="del">
          <ac:chgData name="Simran Sahu" userId="4b7f3de33a7f53ce" providerId="LiveId" clId="{E3FF85C4-369F-44D6-8AA8-EB62250C0306}" dt="2026-08-26T11:29:49.343" v="356" actId="478"/>
          <ac:spMkLst>
            <pc:docMk/>
            <pc:sldMk cId="3729241824" sldId="300"/>
            <ac:spMk id="5" creationId="{C4CDA331-68CA-C2AE-0A48-6F7117361A05}"/>
          </ac:spMkLst>
        </pc:spChg>
        <pc:spChg chg="add del mod">
          <ac:chgData name="Simran Sahu" userId="4b7f3de33a7f53ce" providerId="LiveId" clId="{E3FF85C4-369F-44D6-8AA8-EB62250C0306}" dt="2026-08-26T11:29:50.316" v="357" actId="478"/>
          <ac:spMkLst>
            <pc:docMk/>
            <pc:sldMk cId="3729241824" sldId="300"/>
            <ac:spMk id="7" creationId="{13BD5A98-5927-B57B-A83C-42BFC1722CB8}"/>
          </ac:spMkLst>
        </pc:spChg>
        <pc:spChg chg="add del mod">
          <ac:chgData name="Simran Sahu" userId="4b7f3de33a7f53ce" providerId="LiveId" clId="{E3FF85C4-369F-44D6-8AA8-EB62250C0306}" dt="2026-08-26T11:31:04.329" v="370" actId="14100"/>
          <ac:spMkLst>
            <pc:docMk/>
            <pc:sldMk cId="3729241824" sldId="300"/>
            <ac:spMk id="9" creationId="{21155094-E743-EA66-DC8A-90D02FEB4F30}"/>
          </ac:spMkLst>
        </pc:spChg>
        <pc:spChg chg="add mod">
          <ac:chgData name="Simran Sahu" userId="4b7f3de33a7f53ce" providerId="LiveId" clId="{E3FF85C4-369F-44D6-8AA8-EB62250C0306}" dt="2026-08-26T11:36:46.876" v="399" actId="20577"/>
          <ac:spMkLst>
            <pc:docMk/>
            <pc:sldMk cId="3729241824" sldId="300"/>
            <ac:spMk id="11" creationId="{C3B07574-BC12-5409-0F6E-BC56C34B7F0D}"/>
          </ac:spMkLst>
        </pc:spChg>
      </pc:sldChg>
      <pc:sldChg chg="addSp delSp modSp mod">
        <pc:chgData name="Simran Sahu" userId="4b7f3de33a7f53ce" providerId="LiveId" clId="{E3FF85C4-369F-44D6-8AA8-EB62250C0306}" dt="2026-08-26T11:39:39.625" v="430" actId="20577"/>
        <pc:sldMkLst>
          <pc:docMk/>
          <pc:sldMk cId="3054500271" sldId="301"/>
        </pc:sldMkLst>
        <pc:spChg chg="add del mod">
          <ac:chgData name="Simran Sahu" userId="4b7f3de33a7f53ce" providerId="LiveId" clId="{E3FF85C4-369F-44D6-8AA8-EB62250C0306}" dt="2026-08-26T10:51:06.664" v="38" actId="20577"/>
          <ac:spMkLst>
            <pc:docMk/>
            <pc:sldMk cId="3054500271" sldId="301"/>
            <ac:spMk id="2" creationId="{C20A50E1-0D2E-D811-2F66-646B4778FC31}"/>
          </ac:spMkLst>
        </pc:spChg>
        <pc:spChg chg="mod">
          <ac:chgData name="Simran Sahu" userId="4b7f3de33a7f53ce" providerId="LiveId" clId="{E3FF85C4-369F-44D6-8AA8-EB62250C0306}" dt="2026-08-26T11:39:30.389" v="428" actId="14100"/>
          <ac:spMkLst>
            <pc:docMk/>
            <pc:sldMk cId="3054500271" sldId="301"/>
            <ac:spMk id="4" creationId="{02B39BC3-1DB2-EB36-B4F5-81D5725C3436}"/>
          </ac:spMkLst>
        </pc:spChg>
        <pc:spChg chg="add mod">
          <ac:chgData name="Simran Sahu" userId="4b7f3de33a7f53ce" providerId="LiveId" clId="{E3FF85C4-369F-44D6-8AA8-EB62250C0306}" dt="2026-08-26T11:39:39.625" v="430" actId="20577"/>
          <ac:spMkLst>
            <pc:docMk/>
            <pc:sldMk cId="3054500271" sldId="301"/>
            <ac:spMk id="6" creationId="{BA190912-7AA9-2C46-F276-168FA456826A}"/>
          </ac:spMkLst>
        </pc:spChg>
        <pc:graphicFrameChg chg="del">
          <ac:chgData name="Simran Sahu" userId="4b7f3de33a7f53ce" providerId="LiveId" clId="{E3FF85C4-369F-44D6-8AA8-EB62250C0306}" dt="2026-08-26T10:42:38.373" v="0" actId="478"/>
          <ac:graphicFrameMkLst>
            <pc:docMk/>
            <pc:sldMk cId="3054500271" sldId="301"/>
            <ac:graphicFrameMk id="7" creationId="{589236B5-7DFF-D166-13AB-8DFEC20F38E9}"/>
          </ac:graphicFrameMkLst>
        </pc:graphicFrameChg>
      </pc:sldChg>
      <pc:sldChg chg="addSp delSp modSp mod">
        <pc:chgData name="Simran Sahu" userId="4b7f3de33a7f53ce" providerId="LiveId" clId="{E3FF85C4-369F-44D6-8AA8-EB62250C0306}" dt="2026-08-26T11:42:09.525" v="449" actId="1076"/>
        <pc:sldMkLst>
          <pc:docMk/>
          <pc:sldMk cId="3307162523" sldId="302"/>
        </pc:sldMkLst>
        <pc:spChg chg="add del mod">
          <ac:chgData name="Simran Sahu" userId="4b7f3de33a7f53ce" providerId="LiveId" clId="{E3FF85C4-369F-44D6-8AA8-EB62250C0306}" dt="2026-08-26T10:52:14.167" v="46" actId="478"/>
          <ac:spMkLst>
            <pc:docMk/>
            <pc:sldMk cId="3307162523" sldId="302"/>
            <ac:spMk id="2" creationId="{70640A05-A075-B6F7-8485-592305845518}"/>
          </ac:spMkLst>
        </pc:spChg>
        <pc:spChg chg="mod">
          <ac:chgData name="Simran Sahu" userId="4b7f3de33a7f53ce" providerId="LiveId" clId="{E3FF85C4-369F-44D6-8AA8-EB62250C0306}" dt="2026-08-26T11:41:53.635" v="447" actId="14100"/>
          <ac:spMkLst>
            <pc:docMk/>
            <pc:sldMk cId="3307162523" sldId="302"/>
            <ac:spMk id="4" creationId="{25F4EFB8-B32B-E305-CA40-1BDEF9E3C5D6}"/>
          </ac:spMkLst>
        </pc:spChg>
        <pc:spChg chg="mod">
          <ac:chgData name="Simran Sahu" userId="4b7f3de33a7f53ce" providerId="LiveId" clId="{E3FF85C4-369F-44D6-8AA8-EB62250C0306}" dt="2026-08-26T11:42:09.525" v="449" actId="1076"/>
          <ac:spMkLst>
            <pc:docMk/>
            <pc:sldMk cId="3307162523" sldId="302"/>
            <ac:spMk id="5" creationId="{3602EF04-C343-BFD2-AB41-A62063075783}"/>
          </ac:spMkLst>
        </pc:spChg>
        <pc:spChg chg="add del mod">
          <ac:chgData name="Simran Sahu" userId="4b7f3de33a7f53ce" providerId="LiveId" clId="{E3FF85C4-369F-44D6-8AA8-EB62250C0306}" dt="2026-08-26T11:41:35.347" v="442"/>
          <ac:spMkLst>
            <pc:docMk/>
            <pc:sldMk cId="3307162523" sldId="302"/>
            <ac:spMk id="6" creationId="{932DE5C0-CA2E-BB2D-2CEF-15BA069EA906}"/>
          </ac:spMkLst>
        </pc:spChg>
      </pc:sldChg>
      <pc:sldChg chg="modSp mod">
        <pc:chgData name="Simran Sahu" userId="4b7f3de33a7f53ce" providerId="LiveId" clId="{E3FF85C4-369F-44D6-8AA8-EB62250C0306}" dt="2026-08-26T10:52:55.074" v="48" actId="113"/>
        <pc:sldMkLst>
          <pc:docMk/>
          <pc:sldMk cId="4220525341" sldId="303"/>
        </pc:sldMkLst>
        <pc:spChg chg="mod">
          <ac:chgData name="Simran Sahu" userId="4b7f3de33a7f53ce" providerId="LiveId" clId="{E3FF85C4-369F-44D6-8AA8-EB62250C0306}" dt="2026-08-26T10:52:55.074" v="48" actId="113"/>
          <ac:spMkLst>
            <pc:docMk/>
            <pc:sldMk cId="4220525341" sldId="303"/>
            <ac:spMk id="5" creationId="{95D67805-CCBD-8182-540F-93068A90C4E8}"/>
          </ac:spMkLst>
        </pc:spChg>
      </pc:sldChg>
      <pc:sldChg chg="addSp delSp modSp mod">
        <pc:chgData name="Simran Sahu" userId="4b7f3de33a7f53ce" providerId="LiveId" clId="{E3FF85C4-369F-44D6-8AA8-EB62250C0306}" dt="2026-08-26T11:37:44.205" v="404" actId="1076"/>
        <pc:sldMkLst>
          <pc:docMk/>
          <pc:sldMk cId="2700317568" sldId="304"/>
        </pc:sldMkLst>
        <pc:spChg chg="add del mod">
          <ac:chgData name="Simran Sahu" userId="4b7f3de33a7f53ce" providerId="LiveId" clId="{E3FF85C4-369F-44D6-8AA8-EB62250C0306}" dt="2026-08-26T11:24:29.899" v="307" actId="478"/>
          <ac:spMkLst>
            <pc:docMk/>
            <pc:sldMk cId="2700317568" sldId="304"/>
            <ac:spMk id="3" creationId="{8E85B74A-8B92-9F45-D647-970BE66D2855}"/>
          </ac:spMkLst>
        </pc:spChg>
        <pc:spChg chg="add del mod">
          <ac:chgData name="Simran Sahu" userId="4b7f3de33a7f53ce" providerId="LiveId" clId="{E3FF85C4-369F-44D6-8AA8-EB62250C0306}" dt="2026-08-26T11:24:33.493" v="309" actId="478"/>
          <ac:spMkLst>
            <pc:docMk/>
            <pc:sldMk cId="2700317568" sldId="304"/>
            <ac:spMk id="5" creationId="{84736FE9-9F07-1A78-E7E2-4FA45CACA245}"/>
          </ac:spMkLst>
        </pc:spChg>
        <pc:spChg chg="add del mod">
          <ac:chgData name="Simran Sahu" userId="4b7f3de33a7f53ce" providerId="LiveId" clId="{E3FF85C4-369F-44D6-8AA8-EB62250C0306}" dt="2026-08-26T11:24:38.133" v="311" actId="478"/>
          <ac:spMkLst>
            <pc:docMk/>
            <pc:sldMk cId="2700317568" sldId="304"/>
            <ac:spMk id="9" creationId="{E8BC0C0D-22A6-4DEA-AEC9-7A6631F4ED76}"/>
          </ac:spMkLst>
        </pc:spChg>
        <pc:spChg chg="add del mod">
          <ac:chgData name="Simran Sahu" userId="4b7f3de33a7f53ce" providerId="LiveId" clId="{E3FF85C4-369F-44D6-8AA8-EB62250C0306}" dt="2026-08-26T11:24:41.595" v="313" actId="478"/>
          <ac:spMkLst>
            <pc:docMk/>
            <pc:sldMk cId="2700317568" sldId="304"/>
            <ac:spMk id="11" creationId="{B7FA13F0-B605-8E18-D2D1-BECE3196C46E}"/>
          </ac:spMkLst>
        </pc:spChg>
        <pc:spChg chg="add mod">
          <ac:chgData name="Simran Sahu" userId="4b7f3de33a7f53ce" providerId="LiveId" clId="{E3FF85C4-369F-44D6-8AA8-EB62250C0306}" dt="2026-08-26T11:37:44.205" v="404" actId="1076"/>
          <ac:spMkLst>
            <pc:docMk/>
            <pc:sldMk cId="2700317568" sldId="304"/>
            <ac:spMk id="13" creationId="{FD98F0F0-5738-839F-E797-67AC1BD6C1E5}"/>
          </ac:spMkLst>
        </pc:spChg>
        <pc:spChg chg="mod">
          <ac:chgData name="Simran Sahu" userId="4b7f3de33a7f53ce" providerId="LiveId" clId="{E3FF85C4-369F-44D6-8AA8-EB62250C0306}" dt="2026-08-26T11:25:00.097" v="315" actId="14100"/>
          <ac:spMkLst>
            <pc:docMk/>
            <pc:sldMk cId="2700317568" sldId="304"/>
            <ac:spMk id="41" creationId="{A49ABFAC-D966-9A7C-EFB9-4AA2A4BFCB3B}"/>
          </ac:spMkLst>
        </pc:spChg>
        <pc:spChg chg="del">
          <ac:chgData name="Simran Sahu" userId="4b7f3de33a7f53ce" providerId="LiveId" clId="{E3FF85C4-369F-44D6-8AA8-EB62250C0306}" dt="2026-08-26T11:24:31.852" v="308" actId="478"/>
          <ac:spMkLst>
            <pc:docMk/>
            <pc:sldMk cId="2700317568" sldId="304"/>
            <ac:spMk id="42" creationId="{E7EE4D5B-87DD-4137-0625-40623A0E8A35}"/>
          </ac:spMkLst>
        </pc:spChg>
        <pc:spChg chg="del">
          <ac:chgData name="Simran Sahu" userId="4b7f3de33a7f53ce" providerId="LiveId" clId="{E3FF85C4-369F-44D6-8AA8-EB62250C0306}" dt="2026-08-26T11:24:29.037" v="306" actId="478"/>
          <ac:spMkLst>
            <pc:docMk/>
            <pc:sldMk cId="2700317568" sldId="304"/>
            <ac:spMk id="43" creationId="{DDD88D28-D711-5AC9-E34C-3050A6413FB3}"/>
          </ac:spMkLst>
        </pc:spChg>
        <pc:spChg chg="del">
          <ac:chgData name="Simran Sahu" userId="4b7f3de33a7f53ce" providerId="LiveId" clId="{E3FF85C4-369F-44D6-8AA8-EB62250C0306}" dt="2026-08-26T11:24:40.163" v="312" actId="478"/>
          <ac:spMkLst>
            <pc:docMk/>
            <pc:sldMk cId="2700317568" sldId="304"/>
            <ac:spMk id="44" creationId="{9A16E2DA-8782-EACD-C467-2BD2FC22391C}"/>
          </ac:spMkLst>
        </pc:spChg>
        <pc:spChg chg="del">
          <ac:chgData name="Simran Sahu" userId="4b7f3de33a7f53ce" providerId="LiveId" clId="{E3FF85C4-369F-44D6-8AA8-EB62250C0306}" dt="2026-08-26T11:24:36.300" v="310" actId="478"/>
          <ac:spMkLst>
            <pc:docMk/>
            <pc:sldMk cId="2700317568" sldId="304"/>
            <ac:spMk id="45" creationId="{2A504466-AF6B-14A5-DBE7-37A09EC63EC7}"/>
          </ac:spMkLst>
        </pc:spChg>
      </pc:sldChg>
      <pc:sldChg chg="addSp delSp modSp mod">
        <pc:chgData name="Simran Sahu" userId="4b7f3de33a7f53ce" providerId="LiveId" clId="{E3FF85C4-369F-44D6-8AA8-EB62250C0306}" dt="2026-08-26T10:55:22.167" v="59" actId="255"/>
        <pc:sldMkLst>
          <pc:docMk/>
          <pc:sldMk cId="772267823" sldId="305"/>
        </pc:sldMkLst>
        <pc:spChg chg="add mod">
          <ac:chgData name="Simran Sahu" userId="4b7f3de33a7f53ce" providerId="LiveId" clId="{E3FF85C4-369F-44D6-8AA8-EB62250C0306}" dt="2026-08-26T10:55:22.167" v="59" actId="255"/>
          <ac:spMkLst>
            <pc:docMk/>
            <pc:sldMk cId="772267823" sldId="305"/>
            <ac:spMk id="6" creationId="{42E907D8-2356-B4A5-923A-C0FB676DAB14}"/>
          </ac:spMkLst>
        </pc:spChg>
        <pc:graphicFrameChg chg="del mod modGraphic">
          <ac:chgData name="Simran Sahu" userId="4b7f3de33a7f53ce" providerId="LiveId" clId="{E3FF85C4-369F-44D6-8AA8-EB62250C0306}" dt="2026-08-26T10:54:07.760" v="54" actId="478"/>
          <ac:graphicFrameMkLst>
            <pc:docMk/>
            <pc:sldMk cId="772267823" sldId="305"/>
            <ac:graphicFrameMk id="7" creationId="{A96CBE7A-D250-612F-A324-2A62727216D0}"/>
          </ac:graphicFrameMkLst>
        </pc:graphicFrameChg>
      </pc:sldChg>
      <pc:sldChg chg="addSp delSp modSp mod">
        <pc:chgData name="Simran Sahu" userId="4b7f3de33a7f53ce" providerId="LiveId" clId="{E3FF85C4-369F-44D6-8AA8-EB62250C0306}" dt="2026-08-26T11:20:20.726" v="263" actId="1076"/>
        <pc:sldMkLst>
          <pc:docMk/>
          <pc:sldMk cId="4028410468" sldId="306"/>
        </pc:sldMkLst>
        <pc:spChg chg="add del mod">
          <ac:chgData name="Simran Sahu" userId="4b7f3de33a7f53ce" providerId="LiveId" clId="{E3FF85C4-369F-44D6-8AA8-EB62250C0306}" dt="2026-08-26T10:58:38.149" v="87" actId="478"/>
          <ac:spMkLst>
            <pc:docMk/>
            <pc:sldMk cId="4028410468" sldId="306"/>
            <ac:spMk id="5" creationId="{945EA188-1EAE-83AD-ECF2-5408C82947DD}"/>
          </ac:spMkLst>
        </pc:spChg>
        <pc:spChg chg="add del mod">
          <ac:chgData name="Simran Sahu" userId="4b7f3de33a7f53ce" providerId="LiveId" clId="{E3FF85C4-369F-44D6-8AA8-EB62250C0306}" dt="2026-08-26T10:58:36.413" v="86" actId="478"/>
          <ac:spMkLst>
            <pc:docMk/>
            <pc:sldMk cId="4028410468" sldId="306"/>
            <ac:spMk id="7" creationId="{06A6D954-C990-5056-AEE2-CE0AFB465371}"/>
          </ac:spMkLst>
        </pc:spChg>
        <pc:spChg chg="del mod">
          <ac:chgData name="Simran Sahu" userId="4b7f3de33a7f53ce" providerId="LiveId" clId="{E3FF85C4-369F-44D6-8AA8-EB62250C0306}" dt="2026-08-26T10:58:54.601" v="94" actId="478"/>
          <ac:spMkLst>
            <pc:docMk/>
            <pc:sldMk cId="4028410468" sldId="306"/>
            <ac:spMk id="8" creationId="{F07ACA27-076A-FAA7-417C-5BC0A85F36AF}"/>
          </ac:spMkLst>
        </pc:spChg>
        <pc:spChg chg="del">
          <ac:chgData name="Simran Sahu" userId="4b7f3de33a7f53ce" providerId="LiveId" clId="{E3FF85C4-369F-44D6-8AA8-EB62250C0306}" dt="2026-08-26T10:58:48.667" v="92" actId="478"/>
          <ac:spMkLst>
            <pc:docMk/>
            <pc:sldMk cId="4028410468" sldId="306"/>
            <ac:spMk id="9" creationId="{D59ACCB8-2E44-8B01-9BCD-7AD37DA20F2E}"/>
          </ac:spMkLst>
        </pc:spChg>
        <pc:spChg chg="del mod">
          <ac:chgData name="Simran Sahu" userId="4b7f3de33a7f53ce" providerId="LiveId" clId="{E3FF85C4-369F-44D6-8AA8-EB62250C0306}" dt="2026-08-26T10:59:50.925" v="106" actId="478"/>
          <ac:spMkLst>
            <pc:docMk/>
            <pc:sldMk cId="4028410468" sldId="306"/>
            <ac:spMk id="10" creationId="{5670C16D-9661-482A-986D-0D6CB98AB869}"/>
          </ac:spMkLst>
        </pc:spChg>
        <pc:spChg chg="del mod">
          <ac:chgData name="Simran Sahu" userId="4b7f3de33a7f53ce" providerId="LiveId" clId="{E3FF85C4-369F-44D6-8AA8-EB62250C0306}" dt="2026-08-26T10:59:14.960" v="97" actId="478"/>
          <ac:spMkLst>
            <pc:docMk/>
            <pc:sldMk cId="4028410468" sldId="306"/>
            <ac:spMk id="11" creationId="{22115526-AEC6-C024-712E-E6CC8FB60E4D}"/>
          </ac:spMkLst>
        </pc:spChg>
        <pc:spChg chg="del mod">
          <ac:chgData name="Simran Sahu" userId="4b7f3de33a7f53ce" providerId="LiveId" clId="{E3FF85C4-369F-44D6-8AA8-EB62250C0306}" dt="2026-08-26T10:59:59.204" v="108" actId="478"/>
          <ac:spMkLst>
            <pc:docMk/>
            <pc:sldMk cId="4028410468" sldId="306"/>
            <ac:spMk id="12" creationId="{E26CB388-D0E5-9548-A57B-8A5352089E15}"/>
          </ac:spMkLst>
        </pc:spChg>
        <pc:spChg chg="del mod">
          <ac:chgData name="Simran Sahu" userId="4b7f3de33a7f53ce" providerId="LiveId" clId="{E3FF85C4-369F-44D6-8AA8-EB62250C0306}" dt="2026-08-26T10:59:30.441" v="102" actId="478"/>
          <ac:spMkLst>
            <pc:docMk/>
            <pc:sldMk cId="4028410468" sldId="306"/>
            <ac:spMk id="13" creationId="{7DA1EEF4-1C46-B9FD-302F-61FC0265F748}"/>
          </ac:spMkLst>
        </pc:spChg>
        <pc:spChg chg="del mod">
          <ac:chgData name="Simran Sahu" userId="4b7f3de33a7f53ce" providerId="LiveId" clId="{E3FF85C4-369F-44D6-8AA8-EB62250C0306}" dt="2026-08-26T11:00:07.065" v="111" actId="478"/>
          <ac:spMkLst>
            <pc:docMk/>
            <pc:sldMk cId="4028410468" sldId="306"/>
            <ac:spMk id="14" creationId="{519D9E81-2623-349E-904D-8BF6ECE353BA}"/>
          </ac:spMkLst>
        </pc:spChg>
        <pc:spChg chg="del mod">
          <ac:chgData name="Simran Sahu" userId="4b7f3de33a7f53ce" providerId="LiveId" clId="{E3FF85C4-369F-44D6-8AA8-EB62250C0306}" dt="2026-08-26T11:00:04.821" v="110" actId="478"/>
          <ac:spMkLst>
            <pc:docMk/>
            <pc:sldMk cId="4028410468" sldId="306"/>
            <ac:spMk id="15" creationId="{2FC00352-D201-B54A-FE76-985161F19FEC}"/>
          </ac:spMkLst>
        </pc:spChg>
        <pc:spChg chg="mod">
          <ac:chgData name="Simran Sahu" userId="4b7f3de33a7f53ce" providerId="LiveId" clId="{E3FF85C4-369F-44D6-8AA8-EB62250C0306}" dt="2026-08-26T11:01:03.812" v="120" actId="14100"/>
          <ac:spMkLst>
            <pc:docMk/>
            <pc:sldMk cId="4028410468" sldId="306"/>
            <ac:spMk id="16" creationId="{599B5F29-ED3B-9B44-DBBE-FD28EE7733A7}"/>
          </ac:spMkLst>
        </pc:spChg>
        <pc:spChg chg="add del mod">
          <ac:chgData name="Simran Sahu" userId="4b7f3de33a7f53ce" providerId="LiveId" clId="{E3FF85C4-369F-44D6-8AA8-EB62250C0306}" dt="2026-08-26T10:58:34.499" v="85" actId="478"/>
          <ac:spMkLst>
            <pc:docMk/>
            <pc:sldMk cId="4028410468" sldId="306"/>
            <ac:spMk id="19" creationId="{DB5881C2-EC84-C89A-549D-22B2F86FD445}"/>
          </ac:spMkLst>
        </pc:spChg>
        <pc:spChg chg="add del mod">
          <ac:chgData name="Simran Sahu" userId="4b7f3de33a7f53ce" providerId="LiveId" clId="{E3FF85C4-369F-44D6-8AA8-EB62250C0306}" dt="2026-08-26T10:58:31.961" v="84" actId="478"/>
          <ac:spMkLst>
            <pc:docMk/>
            <pc:sldMk cId="4028410468" sldId="306"/>
            <ac:spMk id="23" creationId="{3F35B27C-1949-9943-195F-D2AA904CAEA2}"/>
          </ac:spMkLst>
        </pc:spChg>
        <pc:spChg chg="add del mod">
          <ac:chgData name="Simran Sahu" userId="4b7f3de33a7f53ce" providerId="LiveId" clId="{E3FF85C4-369F-44D6-8AA8-EB62250C0306}" dt="2026-08-26T10:58:52.421" v="93" actId="478"/>
          <ac:spMkLst>
            <pc:docMk/>
            <pc:sldMk cId="4028410468" sldId="306"/>
            <ac:spMk id="26" creationId="{C68D15AE-1BC5-FECA-E7A2-E078DB2E9676}"/>
          </ac:spMkLst>
        </pc:spChg>
        <pc:spChg chg="add del mod">
          <ac:chgData name="Simran Sahu" userId="4b7f3de33a7f53ce" providerId="LiveId" clId="{E3FF85C4-369F-44D6-8AA8-EB62250C0306}" dt="2026-08-26T11:00:01.913" v="109" actId="478"/>
          <ac:spMkLst>
            <pc:docMk/>
            <pc:sldMk cId="4028410468" sldId="306"/>
            <ac:spMk id="28" creationId="{8C7CB020-B01E-A323-F736-439BE63098F7}"/>
          </ac:spMkLst>
        </pc:spChg>
        <pc:spChg chg="add del mod">
          <ac:chgData name="Simran Sahu" userId="4b7f3de33a7f53ce" providerId="LiveId" clId="{E3FF85C4-369F-44D6-8AA8-EB62250C0306}" dt="2026-08-26T10:59:48.615" v="105" actId="478"/>
          <ac:spMkLst>
            <pc:docMk/>
            <pc:sldMk cId="4028410468" sldId="306"/>
            <ac:spMk id="30" creationId="{E5E335D9-9DD8-B7B4-0B59-D1FBC0B79F80}"/>
          </ac:spMkLst>
        </pc:spChg>
        <pc:spChg chg="add del mod">
          <ac:chgData name="Simran Sahu" userId="4b7f3de33a7f53ce" providerId="LiveId" clId="{E3FF85C4-369F-44D6-8AA8-EB62250C0306}" dt="2026-08-26T10:59:55.756" v="107" actId="478"/>
          <ac:spMkLst>
            <pc:docMk/>
            <pc:sldMk cId="4028410468" sldId="306"/>
            <ac:spMk id="32" creationId="{FE5F7672-A8D6-8848-CB55-FDEC601DAABD}"/>
          </ac:spMkLst>
        </pc:spChg>
        <pc:spChg chg="add del mod">
          <ac:chgData name="Simran Sahu" userId="4b7f3de33a7f53ce" providerId="LiveId" clId="{E3FF85C4-369F-44D6-8AA8-EB62250C0306}" dt="2026-08-26T11:01:06.284" v="122"/>
          <ac:spMkLst>
            <pc:docMk/>
            <pc:sldMk cId="4028410468" sldId="306"/>
            <ac:spMk id="33" creationId="{C3C3C755-A513-29A5-544A-4260578ADB09}"/>
          </ac:spMkLst>
        </pc:spChg>
        <pc:spChg chg="add del mod">
          <ac:chgData name="Simran Sahu" userId="4b7f3de33a7f53ce" providerId="LiveId" clId="{E3FF85C4-369F-44D6-8AA8-EB62250C0306}" dt="2026-08-26T11:01:19.387" v="125"/>
          <ac:spMkLst>
            <pc:docMk/>
            <pc:sldMk cId="4028410468" sldId="306"/>
            <ac:spMk id="34" creationId="{58BAAD7E-8940-0EFF-4A49-B7CE9B42306B}"/>
          </ac:spMkLst>
        </pc:spChg>
        <pc:spChg chg="add mod">
          <ac:chgData name="Simran Sahu" userId="4b7f3de33a7f53ce" providerId="LiveId" clId="{E3FF85C4-369F-44D6-8AA8-EB62250C0306}" dt="2026-08-26T11:20:20.726" v="263" actId="1076"/>
          <ac:spMkLst>
            <pc:docMk/>
            <pc:sldMk cId="4028410468" sldId="306"/>
            <ac:spMk id="36" creationId="{9DD7327F-EA26-A1D2-C08B-0DFB5805C5AF}"/>
          </ac:spMkLst>
        </pc:spChg>
        <pc:picChg chg="del">
          <ac:chgData name="Simran Sahu" userId="4b7f3de33a7f53ce" providerId="LiveId" clId="{E3FF85C4-369F-44D6-8AA8-EB62250C0306}" dt="2026-08-26T10:58:22.988" v="80" actId="478"/>
          <ac:picMkLst>
            <pc:docMk/>
            <pc:sldMk cId="4028410468" sldId="306"/>
            <ac:picMk id="18" creationId="{0ECDCC4E-4E7F-362D-521D-CE5203600261}"/>
          </ac:picMkLst>
        </pc:picChg>
        <pc:picChg chg="del">
          <ac:chgData name="Simran Sahu" userId="4b7f3de33a7f53ce" providerId="LiveId" clId="{E3FF85C4-369F-44D6-8AA8-EB62250C0306}" dt="2026-08-26T10:58:25.513" v="81" actId="478"/>
          <ac:picMkLst>
            <pc:docMk/>
            <pc:sldMk cId="4028410468" sldId="306"/>
            <ac:picMk id="20" creationId="{FB9E1045-489B-E8C3-F476-6AF4ED23D929}"/>
          </ac:picMkLst>
        </pc:picChg>
        <pc:picChg chg="del">
          <ac:chgData name="Simran Sahu" userId="4b7f3de33a7f53ce" providerId="LiveId" clId="{E3FF85C4-369F-44D6-8AA8-EB62250C0306}" dt="2026-08-26T10:58:27.535" v="82" actId="478"/>
          <ac:picMkLst>
            <pc:docMk/>
            <pc:sldMk cId="4028410468" sldId="306"/>
            <ac:picMk id="22" creationId="{9517044C-59DB-C2E9-E5E2-0D8D29929762}"/>
          </ac:picMkLst>
        </pc:picChg>
        <pc:picChg chg="del">
          <ac:chgData name="Simran Sahu" userId="4b7f3de33a7f53ce" providerId="LiveId" clId="{E3FF85C4-369F-44D6-8AA8-EB62250C0306}" dt="2026-08-26T10:58:29.244" v="83" actId="478"/>
          <ac:picMkLst>
            <pc:docMk/>
            <pc:sldMk cId="4028410468" sldId="306"/>
            <ac:picMk id="24" creationId="{6112D1C1-243D-95D0-B45D-1BF79DC7E3B3}"/>
          </ac:picMkLst>
        </pc:picChg>
      </pc:sldChg>
      <pc:sldChg chg="addSp delSp modSp mod">
        <pc:chgData name="Simran Sahu" userId="4b7f3de33a7f53ce" providerId="LiveId" clId="{E3FF85C4-369F-44D6-8AA8-EB62250C0306}" dt="2026-08-26T11:19:55.327" v="260" actId="20577"/>
        <pc:sldMkLst>
          <pc:docMk/>
          <pc:sldMk cId="1628771861" sldId="307"/>
        </pc:sldMkLst>
        <pc:spChg chg="add del mod">
          <ac:chgData name="Simran Sahu" userId="4b7f3de33a7f53ce" providerId="LiveId" clId="{E3FF85C4-369F-44D6-8AA8-EB62250C0306}" dt="2026-08-26T11:03:24.256" v="148" actId="478"/>
          <ac:spMkLst>
            <pc:docMk/>
            <pc:sldMk cId="1628771861" sldId="307"/>
            <ac:spMk id="5" creationId="{8D420C09-13B2-DC16-D753-C8EED9967CAA}"/>
          </ac:spMkLst>
        </pc:spChg>
        <pc:spChg chg="add del mod">
          <ac:chgData name="Simran Sahu" userId="4b7f3de33a7f53ce" providerId="LiveId" clId="{E3FF85C4-369F-44D6-8AA8-EB62250C0306}" dt="2026-08-26T11:03:13.633" v="141" actId="478"/>
          <ac:spMkLst>
            <pc:docMk/>
            <pc:sldMk cId="1628771861" sldId="307"/>
            <ac:spMk id="7" creationId="{F63ACF2B-C5E3-899A-A48F-4E3BBD96D579}"/>
          </ac:spMkLst>
        </pc:spChg>
        <pc:spChg chg="del">
          <ac:chgData name="Simran Sahu" userId="4b7f3de33a7f53ce" providerId="LiveId" clId="{E3FF85C4-369F-44D6-8AA8-EB62250C0306}" dt="2026-08-26T11:04:25.411" v="172" actId="478"/>
          <ac:spMkLst>
            <pc:docMk/>
            <pc:sldMk cId="1628771861" sldId="307"/>
            <ac:spMk id="8" creationId="{F07ACA27-076A-FAA7-417C-5BC0A85F36AF}"/>
          </ac:spMkLst>
        </pc:spChg>
        <pc:spChg chg="del">
          <ac:chgData name="Simran Sahu" userId="4b7f3de33a7f53ce" providerId="LiveId" clId="{E3FF85C4-369F-44D6-8AA8-EB62250C0306}" dt="2026-08-26T11:04:21.093" v="171" actId="478"/>
          <ac:spMkLst>
            <pc:docMk/>
            <pc:sldMk cId="1628771861" sldId="307"/>
            <ac:spMk id="9" creationId="{D59ACCB8-2E44-8B01-9BCD-7AD37DA20F2E}"/>
          </ac:spMkLst>
        </pc:spChg>
        <pc:spChg chg="del">
          <ac:chgData name="Simran Sahu" userId="4b7f3de33a7f53ce" providerId="LiveId" clId="{E3FF85C4-369F-44D6-8AA8-EB62250C0306}" dt="2026-08-26T11:04:34.307" v="175" actId="478"/>
          <ac:spMkLst>
            <pc:docMk/>
            <pc:sldMk cId="1628771861" sldId="307"/>
            <ac:spMk id="10" creationId="{5670C16D-9661-482A-986D-0D6CB98AB869}"/>
          </ac:spMkLst>
        </pc:spChg>
        <pc:spChg chg="del">
          <ac:chgData name="Simran Sahu" userId="4b7f3de33a7f53ce" providerId="LiveId" clId="{E3FF85C4-369F-44D6-8AA8-EB62250C0306}" dt="2026-08-26T11:04:38.935" v="177" actId="478"/>
          <ac:spMkLst>
            <pc:docMk/>
            <pc:sldMk cId="1628771861" sldId="307"/>
            <ac:spMk id="11" creationId="{22115526-AEC6-C024-712E-E6CC8FB60E4D}"/>
          </ac:spMkLst>
        </pc:spChg>
        <pc:spChg chg="del">
          <ac:chgData name="Simran Sahu" userId="4b7f3de33a7f53ce" providerId="LiveId" clId="{E3FF85C4-369F-44D6-8AA8-EB62250C0306}" dt="2026-08-26T11:04:46.355" v="179" actId="478"/>
          <ac:spMkLst>
            <pc:docMk/>
            <pc:sldMk cId="1628771861" sldId="307"/>
            <ac:spMk id="12" creationId="{E26CB388-D0E5-9548-A57B-8A5352089E15}"/>
          </ac:spMkLst>
        </pc:spChg>
        <pc:spChg chg="del mod">
          <ac:chgData name="Simran Sahu" userId="4b7f3de33a7f53ce" providerId="LiveId" clId="{E3FF85C4-369F-44D6-8AA8-EB62250C0306}" dt="2026-08-26T11:04:52.041" v="182" actId="478"/>
          <ac:spMkLst>
            <pc:docMk/>
            <pc:sldMk cId="1628771861" sldId="307"/>
            <ac:spMk id="13" creationId="{7DA1EEF4-1C46-B9FD-302F-61FC0265F748}"/>
          </ac:spMkLst>
        </pc:spChg>
        <pc:spChg chg="del">
          <ac:chgData name="Simran Sahu" userId="4b7f3de33a7f53ce" providerId="LiveId" clId="{E3FF85C4-369F-44D6-8AA8-EB62250C0306}" dt="2026-08-26T11:05:00.987" v="187" actId="478"/>
          <ac:spMkLst>
            <pc:docMk/>
            <pc:sldMk cId="1628771861" sldId="307"/>
            <ac:spMk id="14" creationId="{519D9E81-2623-349E-904D-8BF6ECE353BA}"/>
          </ac:spMkLst>
        </pc:spChg>
        <pc:spChg chg="del mod">
          <ac:chgData name="Simran Sahu" userId="4b7f3de33a7f53ce" providerId="LiveId" clId="{E3FF85C4-369F-44D6-8AA8-EB62250C0306}" dt="2026-08-26T11:04:57.183" v="185" actId="478"/>
          <ac:spMkLst>
            <pc:docMk/>
            <pc:sldMk cId="1628771861" sldId="307"/>
            <ac:spMk id="15" creationId="{2FC00352-D201-B54A-FE76-985161F19FEC}"/>
          </ac:spMkLst>
        </pc:spChg>
        <pc:spChg chg="mod">
          <ac:chgData name="Simran Sahu" userId="4b7f3de33a7f53ce" providerId="LiveId" clId="{E3FF85C4-369F-44D6-8AA8-EB62250C0306}" dt="2026-08-26T11:14:43.224" v="219" actId="14100"/>
          <ac:spMkLst>
            <pc:docMk/>
            <pc:sldMk cId="1628771861" sldId="307"/>
            <ac:spMk id="16" creationId="{599B5F29-ED3B-9B44-DBBE-FD28EE7733A7}"/>
          </ac:spMkLst>
        </pc:spChg>
        <pc:spChg chg="del">
          <ac:chgData name="Simran Sahu" userId="4b7f3de33a7f53ce" providerId="LiveId" clId="{E3FF85C4-369F-44D6-8AA8-EB62250C0306}" dt="2026-08-26T11:04:17.108" v="170" actId="478"/>
          <ac:spMkLst>
            <pc:docMk/>
            <pc:sldMk cId="1628771861" sldId="307"/>
            <ac:spMk id="17" creationId="{9802C12A-D232-CD35-1180-8544916BCE2B}"/>
          </ac:spMkLst>
        </pc:spChg>
        <pc:spChg chg="del">
          <ac:chgData name="Simran Sahu" userId="4b7f3de33a7f53ce" providerId="LiveId" clId="{E3FF85C4-369F-44D6-8AA8-EB62250C0306}" dt="2026-08-26T11:05:21.161" v="191" actId="478"/>
          <ac:spMkLst>
            <pc:docMk/>
            <pc:sldMk cId="1628771861" sldId="307"/>
            <ac:spMk id="19" creationId="{29526A68-F582-4874-DA70-81D0841C1D1A}"/>
          </ac:spMkLst>
        </pc:spChg>
        <pc:spChg chg="add del mod">
          <ac:chgData name="Simran Sahu" userId="4b7f3de33a7f53ce" providerId="LiveId" clId="{E3FF85C4-369F-44D6-8AA8-EB62250C0306}" dt="2026-08-26T11:03:34.875" v="154" actId="478"/>
          <ac:spMkLst>
            <pc:docMk/>
            <pc:sldMk cId="1628771861" sldId="307"/>
            <ac:spMk id="20" creationId="{B458E274-4C4A-BDB7-B647-E2C45887FC90}"/>
          </ac:spMkLst>
        </pc:spChg>
        <pc:spChg chg="del">
          <ac:chgData name="Simran Sahu" userId="4b7f3de33a7f53ce" providerId="LiveId" clId="{E3FF85C4-369F-44D6-8AA8-EB62250C0306}" dt="2026-08-26T11:04:05.423" v="167" actId="478"/>
          <ac:spMkLst>
            <pc:docMk/>
            <pc:sldMk cId="1628771861" sldId="307"/>
            <ac:spMk id="21" creationId="{B2C6C37C-6141-B65E-91CC-6E6C4A9F6ECD}"/>
          </ac:spMkLst>
        </pc:spChg>
        <pc:spChg chg="del">
          <ac:chgData name="Simran Sahu" userId="4b7f3de33a7f53ce" providerId="LiveId" clId="{E3FF85C4-369F-44D6-8AA8-EB62250C0306}" dt="2026-08-26T11:04:12.802" v="169" actId="478"/>
          <ac:spMkLst>
            <pc:docMk/>
            <pc:sldMk cId="1628771861" sldId="307"/>
            <ac:spMk id="23" creationId="{3C9D5E96-D043-255D-647E-931CF0782375}"/>
          </ac:spMkLst>
        </pc:spChg>
        <pc:spChg chg="add del mod">
          <ac:chgData name="Simran Sahu" userId="4b7f3de33a7f53ce" providerId="LiveId" clId="{E3FF85C4-369F-44D6-8AA8-EB62250C0306}" dt="2026-08-26T11:03:31.943" v="152" actId="478"/>
          <ac:spMkLst>
            <pc:docMk/>
            <pc:sldMk cId="1628771861" sldId="307"/>
            <ac:spMk id="24" creationId="{F4454E86-AF02-2F11-DC58-F02BAAF94AB0}"/>
          </ac:spMkLst>
        </pc:spChg>
        <pc:spChg chg="del mod">
          <ac:chgData name="Simran Sahu" userId="4b7f3de33a7f53ce" providerId="LiveId" clId="{E3FF85C4-369F-44D6-8AA8-EB62250C0306}" dt="2026-08-26T11:04:00.507" v="165" actId="478"/>
          <ac:spMkLst>
            <pc:docMk/>
            <pc:sldMk cId="1628771861" sldId="307"/>
            <ac:spMk id="25" creationId="{D3B414CD-2F59-EAB8-E6C8-D233BF953DC9}"/>
          </ac:spMkLst>
        </pc:spChg>
        <pc:spChg chg="del">
          <ac:chgData name="Simran Sahu" userId="4b7f3de33a7f53ce" providerId="LiveId" clId="{E3FF85C4-369F-44D6-8AA8-EB62250C0306}" dt="2026-08-26T11:03:54.812" v="161" actId="478"/>
          <ac:spMkLst>
            <pc:docMk/>
            <pc:sldMk cId="1628771861" sldId="307"/>
            <ac:spMk id="26" creationId="{98A87A1B-4C3D-5BB4-6449-1DB89F1926E3}"/>
          </ac:spMkLst>
        </pc:spChg>
        <pc:spChg chg="del">
          <ac:chgData name="Simran Sahu" userId="4b7f3de33a7f53ce" providerId="LiveId" clId="{E3FF85C4-369F-44D6-8AA8-EB62250C0306}" dt="2026-08-26T11:03:36.885" v="155" actId="478"/>
          <ac:spMkLst>
            <pc:docMk/>
            <pc:sldMk cId="1628771861" sldId="307"/>
            <ac:spMk id="27" creationId="{C2D1179F-9CC5-E23D-37E2-BB999E68DE95}"/>
          </ac:spMkLst>
        </pc:spChg>
        <pc:spChg chg="del mod">
          <ac:chgData name="Simran Sahu" userId="4b7f3de33a7f53ce" providerId="LiveId" clId="{E3FF85C4-369F-44D6-8AA8-EB62250C0306}" dt="2026-08-26T11:03:48.019" v="159" actId="478"/>
          <ac:spMkLst>
            <pc:docMk/>
            <pc:sldMk cId="1628771861" sldId="307"/>
            <ac:spMk id="28" creationId="{5D27B745-1B31-09CB-F001-4408E3D2F75A}"/>
          </ac:spMkLst>
        </pc:spChg>
        <pc:spChg chg="add del mod">
          <ac:chgData name="Simran Sahu" userId="4b7f3de33a7f53ce" providerId="LiveId" clId="{E3FF85C4-369F-44D6-8AA8-EB62250C0306}" dt="2026-08-26T11:03:33.495" v="153" actId="478"/>
          <ac:spMkLst>
            <pc:docMk/>
            <pc:sldMk cId="1628771861" sldId="307"/>
            <ac:spMk id="30" creationId="{779BD9AB-B84D-733A-6A9F-4280BC6D4489}"/>
          </ac:spMkLst>
        </pc:spChg>
        <pc:spChg chg="add del mod">
          <ac:chgData name="Simran Sahu" userId="4b7f3de33a7f53ce" providerId="LiveId" clId="{E3FF85C4-369F-44D6-8AA8-EB62250C0306}" dt="2026-08-26T11:03:30.421" v="151" actId="478"/>
          <ac:spMkLst>
            <pc:docMk/>
            <pc:sldMk cId="1628771861" sldId="307"/>
            <ac:spMk id="32" creationId="{F9EB3318-2CB9-41FE-105F-4FED9418ADF7}"/>
          </ac:spMkLst>
        </pc:spChg>
        <pc:spChg chg="add del mod">
          <ac:chgData name="Simran Sahu" userId="4b7f3de33a7f53ce" providerId="LiveId" clId="{E3FF85C4-369F-44D6-8AA8-EB62250C0306}" dt="2026-08-26T11:03:28.565" v="150" actId="478"/>
          <ac:spMkLst>
            <pc:docMk/>
            <pc:sldMk cId="1628771861" sldId="307"/>
            <ac:spMk id="34" creationId="{C67BD7F3-7BAC-272A-B45D-73DDA8EE6C76}"/>
          </ac:spMkLst>
        </pc:spChg>
        <pc:spChg chg="add del mod">
          <ac:chgData name="Simran Sahu" userId="4b7f3de33a7f53ce" providerId="LiveId" clId="{E3FF85C4-369F-44D6-8AA8-EB62250C0306}" dt="2026-08-26T11:03:25.671" v="149" actId="478"/>
          <ac:spMkLst>
            <pc:docMk/>
            <pc:sldMk cId="1628771861" sldId="307"/>
            <ac:spMk id="36" creationId="{FD94B204-C9A2-2CB4-02B0-E8C1D3F06B60}"/>
          </ac:spMkLst>
        </pc:spChg>
        <pc:spChg chg="add del mod">
          <ac:chgData name="Simran Sahu" userId="4b7f3de33a7f53ce" providerId="LiveId" clId="{E3FF85C4-369F-44D6-8AA8-EB62250C0306}" dt="2026-08-26T11:03:44.214" v="158" actId="478"/>
          <ac:spMkLst>
            <pc:docMk/>
            <pc:sldMk cId="1628771861" sldId="307"/>
            <ac:spMk id="39" creationId="{9F32A27C-7186-3558-8A3B-6949EDCB44F5}"/>
          </ac:spMkLst>
        </pc:spChg>
        <pc:spChg chg="add del mod">
          <ac:chgData name="Simran Sahu" userId="4b7f3de33a7f53ce" providerId="LiveId" clId="{E3FF85C4-369F-44D6-8AA8-EB62250C0306}" dt="2026-08-26T11:03:50.487" v="160" actId="478"/>
          <ac:spMkLst>
            <pc:docMk/>
            <pc:sldMk cId="1628771861" sldId="307"/>
            <ac:spMk id="43" creationId="{4BE0F9BC-60F4-722E-3E93-A455ECBD44F4}"/>
          </ac:spMkLst>
        </pc:spChg>
        <pc:spChg chg="add del mod">
          <ac:chgData name="Simran Sahu" userId="4b7f3de33a7f53ce" providerId="LiveId" clId="{E3FF85C4-369F-44D6-8AA8-EB62250C0306}" dt="2026-08-26T11:03:56.721" v="162" actId="478"/>
          <ac:spMkLst>
            <pc:docMk/>
            <pc:sldMk cId="1628771861" sldId="307"/>
            <ac:spMk id="46" creationId="{A836E141-71D8-E5A8-C9F7-003711715DF6}"/>
          </ac:spMkLst>
        </pc:spChg>
        <pc:spChg chg="add del mod">
          <ac:chgData name="Simran Sahu" userId="4b7f3de33a7f53ce" providerId="LiveId" clId="{E3FF85C4-369F-44D6-8AA8-EB62250C0306}" dt="2026-08-26T11:04:01.553" v="166" actId="478"/>
          <ac:spMkLst>
            <pc:docMk/>
            <pc:sldMk cId="1628771861" sldId="307"/>
            <ac:spMk id="49" creationId="{4994DF52-3D0F-3647-E83A-7695DCFD5FEA}"/>
          </ac:spMkLst>
        </pc:spChg>
        <pc:spChg chg="add del mod">
          <ac:chgData name="Simran Sahu" userId="4b7f3de33a7f53ce" providerId="LiveId" clId="{E3FF85C4-369F-44D6-8AA8-EB62250C0306}" dt="2026-08-26T11:04:09.651" v="168" actId="478"/>
          <ac:spMkLst>
            <pc:docMk/>
            <pc:sldMk cId="1628771861" sldId="307"/>
            <ac:spMk id="53" creationId="{5BA62BEF-9E05-0828-3148-28F42622DEA8}"/>
          </ac:spMkLst>
        </pc:spChg>
        <pc:spChg chg="add del mod">
          <ac:chgData name="Simran Sahu" userId="4b7f3de33a7f53ce" providerId="LiveId" clId="{E3FF85C4-369F-44D6-8AA8-EB62250C0306}" dt="2026-08-26T11:05:07.642" v="189" actId="478"/>
          <ac:spMkLst>
            <pc:docMk/>
            <pc:sldMk cId="1628771861" sldId="307"/>
            <ac:spMk id="56" creationId="{D6096EFB-CA22-336D-A662-BADCA0F5F3E9}"/>
          </ac:spMkLst>
        </pc:spChg>
        <pc:spChg chg="add del mod">
          <ac:chgData name="Simran Sahu" userId="4b7f3de33a7f53ce" providerId="LiveId" clId="{E3FF85C4-369F-44D6-8AA8-EB62250C0306}" dt="2026-08-26T11:05:17.568" v="190" actId="478"/>
          <ac:spMkLst>
            <pc:docMk/>
            <pc:sldMk cId="1628771861" sldId="307"/>
            <ac:spMk id="58" creationId="{7845340D-6F3E-CFCA-A6DD-15A8F9463E88}"/>
          </ac:spMkLst>
        </pc:spChg>
        <pc:spChg chg="add del mod">
          <ac:chgData name="Simran Sahu" userId="4b7f3de33a7f53ce" providerId="LiveId" clId="{E3FF85C4-369F-44D6-8AA8-EB62250C0306}" dt="2026-08-26T11:04:28.113" v="173" actId="478"/>
          <ac:spMkLst>
            <pc:docMk/>
            <pc:sldMk cId="1628771861" sldId="307"/>
            <ac:spMk id="60" creationId="{98563C83-DB13-8603-290F-22CC98623854}"/>
          </ac:spMkLst>
        </pc:spChg>
        <pc:spChg chg="add del mod">
          <ac:chgData name="Simran Sahu" userId="4b7f3de33a7f53ce" providerId="LiveId" clId="{E3FF85C4-369F-44D6-8AA8-EB62250C0306}" dt="2026-08-26T11:04:29.754" v="174" actId="478"/>
          <ac:spMkLst>
            <pc:docMk/>
            <pc:sldMk cId="1628771861" sldId="307"/>
            <ac:spMk id="62" creationId="{3C4EDB48-5DAE-AA34-8243-C5A9E76FA87B}"/>
          </ac:spMkLst>
        </pc:spChg>
        <pc:spChg chg="add del mod">
          <ac:chgData name="Simran Sahu" userId="4b7f3de33a7f53ce" providerId="LiveId" clId="{E3FF85C4-369F-44D6-8AA8-EB62250C0306}" dt="2026-08-26T11:04:35.921" v="176" actId="478"/>
          <ac:spMkLst>
            <pc:docMk/>
            <pc:sldMk cId="1628771861" sldId="307"/>
            <ac:spMk id="64" creationId="{15A62BF7-DEC5-AE12-FA4F-20C4BC688766}"/>
          </ac:spMkLst>
        </pc:spChg>
        <pc:spChg chg="add del mod">
          <ac:chgData name="Simran Sahu" userId="4b7f3de33a7f53ce" providerId="LiveId" clId="{E3FF85C4-369F-44D6-8AA8-EB62250C0306}" dt="2026-08-26T11:04:40.576" v="178" actId="478"/>
          <ac:spMkLst>
            <pc:docMk/>
            <pc:sldMk cId="1628771861" sldId="307"/>
            <ac:spMk id="66" creationId="{BF8179DE-5A40-C7A0-3699-7BC8B6EAB4A3}"/>
          </ac:spMkLst>
        </pc:spChg>
        <pc:spChg chg="add del mod">
          <ac:chgData name="Simran Sahu" userId="4b7f3de33a7f53ce" providerId="LiveId" clId="{E3FF85C4-369F-44D6-8AA8-EB62250C0306}" dt="2026-08-26T11:04:47.951" v="180" actId="478"/>
          <ac:spMkLst>
            <pc:docMk/>
            <pc:sldMk cId="1628771861" sldId="307"/>
            <ac:spMk id="68" creationId="{DD280C14-0740-9BD5-FE80-0CFBB9A1E38F}"/>
          </ac:spMkLst>
        </pc:spChg>
        <pc:spChg chg="add del mod">
          <ac:chgData name="Simran Sahu" userId="4b7f3de33a7f53ce" providerId="LiveId" clId="{E3FF85C4-369F-44D6-8AA8-EB62250C0306}" dt="2026-08-26T11:04:52.873" v="183" actId="478"/>
          <ac:spMkLst>
            <pc:docMk/>
            <pc:sldMk cId="1628771861" sldId="307"/>
            <ac:spMk id="70" creationId="{1B6D0AE9-FE14-17E7-46FD-D003F3BE30B7}"/>
          </ac:spMkLst>
        </pc:spChg>
        <pc:spChg chg="add del mod">
          <ac:chgData name="Simran Sahu" userId="4b7f3de33a7f53ce" providerId="LiveId" clId="{E3FF85C4-369F-44D6-8AA8-EB62250C0306}" dt="2026-08-26T11:04:58.190" v="186" actId="478"/>
          <ac:spMkLst>
            <pc:docMk/>
            <pc:sldMk cId="1628771861" sldId="307"/>
            <ac:spMk id="72" creationId="{44B974B9-E5F9-3700-352B-A2D872A059D7}"/>
          </ac:spMkLst>
        </pc:spChg>
        <pc:spChg chg="add del mod">
          <ac:chgData name="Simran Sahu" userId="4b7f3de33a7f53ce" providerId="LiveId" clId="{E3FF85C4-369F-44D6-8AA8-EB62250C0306}" dt="2026-08-26T11:05:02.268" v="188" actId="478"/>
          <ac:spMkLst>
            <pc:docMk/>
            <pc:sldMk cId="1628771861" sldId="307"/>
            <ac:spMk id="74" creationId="{1F18FF5C-0BC3-A47E-C575-5D3DD51DC038}"/>
          </ac:spMkLst>
        </pc:spChg>
        <pc:spChg chg="add del mod">
          <ac:chgData name="Simran Sahu" userId="4b7f3de33a7f53ce" providerId="LiveId" clId="{E3FF85C4-369F-44D6-8AA8-EB62250C0306}" dt="2026-08-26T11:05:22.825" v="192" actId="478"/>
          <ac:spMkLst>
            <pc:docMk/>
            <pc:sldMk cId="1628771861" sldId="307"/>
            <ac:spMk id="76" creationId="{C962FA9C-384C-0001-BED6-9BA988C6EA5A}"/>
          </ac:spMkLst>
        </pc:spChg>
        <pc:spChg chg="add del mod">
          <ac:chgData name="Simran Sahu" userId="4b7f3de33a7f53ce" providerId="LiveId" clId="{E3FF85C4-369F-44D6-8AA8-EB62250C0306}" dt="2026-08-26T11:14:47.322" v="222"/>
          <ac:spMkLst>
            <pc:docMk/>
            <pc:sldMk cId="1628771861" sldId="307"/>
            <ac:spMk id="77" creationId="{7A89459D-F792-AD8F-5969-A04FB7D62D9D}"/>
          </ac:spMkLst>
        </pc:spChg>
        <pc:spChg chg="add mod">
          <ac:chgData name="Simran Sahu" userId="4b7f3de33a7f53ce" providerId="LiveId" clId="{E3FF85C4-369F-44D6-8AA8-EB62250C0306}" dt="2026-08-26T11:19:55.327" v="260" actId="20577"/>
          <ac:spMkLst>
            <pc:docMk/>
            <pc:sldMk cId="1628771861" sldId="307"/>
            <ac:spMk id="79" creationId="{7270D1CB-2EE0-AA5D-940C-97D379B87161}"/>
          </ac:spMkLst>
        </pc:spChg>
        <pc:picChg chg="del mod">
          <ac:chgData name="Simran Sahu" userId="4b7f3de33a7f53ce" providerId="LiveId" clId="{E3FF85C4-369F-44D6-8AA8-EB62250C0306}" dt="2026-08-26T11:03:15.288" v="143" actId="478"/>
          <ac:picMkLst>
            <pc:docMk/>
            <pc:sldMk cId="1628771861" sldId="307"/>
            <ac:picMk id="38" creationId="{E4C98BD3-8494-80AB-2E48-5F7B70FCDE48}"/>
          </ac:picMkLst>
        </pc:picChg>
        <pc:picChg chg="del mod">
          <ac:chgData name="Simran Sahu" userId="4b7f3de33a7f53ce" providerId="LiveId" clId="{E3FF85C4-369F-44D6-8AA8-EB62250C0306}" dt="2026-08-26T11:03:16.917" v="145" actId="478"/>
          <ac:picMkLst>
            <pc:docMk/>
            <pc:sldMk cId="1628771861" sldId="307"/>
            <ac:picMk id="40" creationId="{52D3D64F-21AD-0755-9EEF-13762D95D6E0}"/>
          </ac:picMkLst>
        </pc:picChg>
        <pc:picChg chg="del mod">
          <ac:chgData name="Simran Sahu" userId="4b7f3de33a7f53ce" providerId="LiveId" clId="{E3FF85C4-369F-44D6-8AA8-EB62250C0306}" dt="2026-08-26T11:03:17.707" v="146" actId="478"/>
          <ac:picMkLst>
            <pc:docMk/>
            <pc:sldMk cId="1628771861" sldId="307"/>
            <ac:picMk id="42" creationId="{C51CA361-456A-1016-DFBD-C344466DD963}"/>
          </ac:picMkLst>
        </pc:picChg>
        <pc:picChg chg="del mod">
          <ac:chgData name="Simran Sahu" userId="4b7f3de33a7f53ce" providerId="LiveId" clId="{E3FF85C4-369F-44D6-8AA8-EB62250C0306}" dt="2026-08-26T11:03:21.128" v="147" actId="478"/>
          <ac:picMkLst>
            <pc:docMk/>
            <pc:sldMk cId="1628771861" sldId="307"/>
            <ac:picMk id="44" creationId="{8E4AE635-532E-6FC4-A155-AB3B0533A045}"/>
          </ac:picMkLst>
        </pc:picChg>
        <pc:picChg chg="del mod">
          <ac:chgData name="Simran Sahu" userId="4b7f3de33a7f53ce" providerId="LiveId" clId="{E3FF85C4-369F-44D6-8AA8-EB62250C0306}" dt="2026-08-26T11:02:56.098" v="134" actId="478"/>
          <ac:picMkLst>
            <pc:docMk/>
            <pc:sldMk cId="1628771861" sldId="307"/>
            <ac:picMk id="48" creationId="{3E5F6DD2-261B-76B8-29A7-384E2C07E182}"/>
          </ac:picMkLst>
        </pc:picChg>
        <pc:picChg chg="del">
          <ac:chgData name="Simran Sahu" userId="4b7f3de33a7f53ce" providerId="LiveId" clId="{E3FF85C4-369F-44D6-8AA8-EB62250C0306}" dt="2026-08-26T11:02:59.074" v="135" actId="478"/>
          <ac:picMkLst>
            <pc:docMk/>
            <pc:sldMk cId="1628771861" sldId="307"/>
            <ac:picMk id="50" creationId="{2D9499A9-08D8-46CA-F959-DE882648A668}"/>
          </ac:picMkLst>
        </pc:picChg>
        <pc:picChg chg="del mod">
          <ac:chgData name="Simran Sahu" userId="4b7f3de33a7f53ce" providerId="LiveId" clId="{E3FF85C4-369F-44D6-8AA8-EB62250C0306}" dt="2026-08-26T11:03:16.099" v="144" actId="478"/>
          <ac:picMkLst>
            <pc:docMk/>
            <pc:sldMk cId="1628771861" sldId="307"/>
            <ac:picMk id="52" creationId="{22058AAC-5D9F-577D-B7B2-238391311514}"/>
          </ac:picMkLst>
        </pc:picChg>
        <pc:picChg chg="del mod">
          <ac:chgData name="Simran Sahu" userId="4b7f3de33a7f53ce" providerId="LiveId" clId="{E3FF85C4-369F-44D6-8AA8-EB62250C0306}" dt="2026-08-26T11:03:14.506" v="142" actId="478"/>
          <ac:picMkLst>
            <pc:docMk/>
            <pc:sldMk cId="1628771861" sldId="307"/>
            <ac:picMk id="54" creationId="{72EB0BF6-5AAA-BF98-00D4-C688D2CC92D1}"/>
          </ac:picMkLst>
        </pc:picChg>
      </pc:sldChg>
      <pc:sldChg chg="addSp delSp modSp mod">
        <pc:chgData name="Simran Sahu" userId="4b7f3de33a7f53ce" providerId="LiveId" clId="{E3FF85C4-369F-44D6-8AA8-EB62250C0306}" dt="2026-08-26T11:29:26.934" v="355" actId="5793"/>
        <pc:sldMkLst>
          <pc:docMk/>
          <pc:sldMk cId="2352993737" sldId="308"/>
        </pc:sldMkLst>
        <pc:spChg chg="mod">
          <ac:chgData name="Simran Sahu" userId="4b7f3de33a7f53ce" providerId="LiveId" clId="{E3FF85C4-369F-44D6-8AA8-EB62250C0306}" dt="2026-08-26T11:27:44.978" v="336" actId="14100"/>
          <ac:spMkLst>
            <pc:docMk/>
            <pc:sldMk cId="2352993737" sldId="308"/>
            <ac:spMk id="2" creationId="{38F5A0AD-52EA-8A3D-00F9-72C649D792FF}"/>
          </ac:spMkLst>
        </pc:spChg>
        <pc:spChg chg="del">
          <ac:chgData name="Simran Sahu" userId="4b7f3de33a7f53ce" providerId="LiveId" clId="{E3FF85C4-369F-44D6-8AA8-EB62250C0306}" dt="2026-08-26T11:26:51.394" v="325" actId="478"/>
          <ac:spMkLst>
            <pc:docMk/>
            <pc:sldMk cId="2352993737" sldId="308"/>
            <ac:spMk id="3" creationId="{90961576-ECF8-2387-1D6B-533B869103A2}"/>
          </ac:spMkLst>
        </pc:spChg>
        <pc:spChg chg="del">
          <ac:chgData name="Simran Sahu" userId="4b7f3de33a7f53ce" providerId="LiveId" clId="{E3FF85C4-369F-44D6-8AA8-EB62250C0306}" dt="2026-08-26T11:26:44.756" v="323" actId="478"/>
          <ac:spMkLst>
            <pc:docMk/>
            <pc:sldMk cId="2352993737" sldId="308"/>
            <ac:spMk id="4" creationId="{642609F2-7307-B671-065E-0168414672CB}"/>
          </ac:spMkLst>
        </pc:spChg>
        <pc:spChg chg="add del mod">
          <ac:chgData name="Simran Sahu" userId="4b7f3de33a7f53ce" providerId="LiveId" clId="{E3FF85C4-369F-44D6-8AA8-EB62250C0306}" dt="2026-08-26T11:26:47.415" v="324" actId="478"/>
          <ac:spMkLst>
            <pc:docMk/>
            <pc:sldMk cId="2352993737" sldId="308"/>
            <ac:spMk id="6" creationId="{36C984DA-D696-B1C4-061E-5ABF52BCC522}"/>
          </ac:spMkLst>
        </pc:spChg>
        <pc:spChg chg="del">
          <ac:chgData name="Simran Sahu" userId="4b7f3de33a7f53ce" providerId="LiveId" clId="{E3FF85C4-369F-44D6-8AA8-EB62250C0306}" dt="2026-08-26T11:27:13.993" v="333" actId="478"/>
          <ac:spMkLst>
            <pc:docMk/>
            <pc:sldMk cId="2352993737" sldId="308"/>
            <ac:spMk id="9" creationId="{EBAA58E7-F0D8-F39A-CEFD-71E5913073EF}"/>
          </ac:spMkLst>
        </pc:spChg>
        <pc:spChg chg="del">
          <ac:chgData name="Simran Sahu" userId="4b7f3de33a7f53ce" providerId="LiveId" clId="{E3FF85C4-369F-44D6-8AA8-EB62250C0306}" dt="2026-08-26T11:27:07.386" v="331" actId="478"/>
          <ac:spMkLst>
            <pc:docMk/>
            <pc:sldMk cId="2352993737" sldId="308"/>
            <ac:spMk id="10" creationId="{E54F306D-CD94-F11A-8633-26962EE68BF7}"/>
          </ac:spMkLst>
        </pc:spChg>
        <pc:spChg chg="del">
          <ac:chgData name="Simran Sahu" userId="4b7f3de33a7f53ce" providerId="LiveId" clId="{E3FF85C4-369F-44D6-8AA8-EB62250C0306}" dt="2026-08-26T11:27:02.525" v="329" actId="478"/>
          <ac:spMkLst>
            <pc:docMk/>
            <pc:sldMk cId="2352993737" sldId="308"/>
            <ac:spMk id="12" creationId="{B1A869CC-7228-424F-689B-19D4CEA20FF0}"/>
          </ac:spMkLst>
        </pc:spChg>
        <pc:spChg chg="add del mod">
          <ac:chgData name="Simran Sahu" userId="4b7f3de33a7f53ce" providerId="LiveId" clId="{E3FF85C4-369F-44D6-8AA8-EB62250C0306}" dt="2026-08-26T11:26:52.842" v="326" actId="478"/>
          <ac:spMkLst>
            <pc:docMk/>
            <pc:sldMk cId="2352993737" sldId="308"/>
            <ac:spMk id="13" creationId="{7C5B9CD7-4AB4-E056-B08F-FA7B46C53C6B}"/>
          </ac:spMkLst>
        </pc:spChg>
        <pc:spChg chg="del">
          <ac:chgData name="Simran Sahu" userId="4b7f3de33a7f53ce" providerId="LiveId" clId="{E3FF85C4-369F-44D6-8AA8-EB62250C0306}" dt="2026-08-26T11:26:55.650" v="327" actId="478"/>
          <ac:spMkLst>
            <pc:docMk/>
            <pc:sldMk cId="2352993737" sldId="308"/>
            <ac:spMk id="14" creationId="{110B594D-EC9B-B552-2A8F-EE5113E8B143}"/>
          </ac:spMkLst>
        </pc:spChg>
        <pc:spChg chg="add del mod">
          <ac:chgData name="Simran Sahu" userId="4b7f3de33a7f53ce" providerId="LiveId" clId="{E3FF85C4-369F-44D6-8AA8-EB62250C0306}" dt="2026-08-26T11:26:57.393" v="328" actId="478"/>
          <ac:spMkLst>
            <pc:docMk/>
            <pc:sldMk cId="2352993737" sldId="308"/>
            <ac:spMk id="16" creationId="{778B995B-3BA1-7E05-1DA9-3CCB32E07DD4}"/>
          </ac:spMkLst>
        </pc:spChg>
        <pc:spChg chg="add del mod">
          <ac:chgData name="Simran Sahu" userId="4b7f3de33a7f53ce" providerId="LiveId" clId="{E3FF85C4-369F-44D6-8AA8-EB62250C0306}" dt="2026-08-26T11:27:04.245" v="330" actId="478"/>
          <ac:spMkLst>
            <pc:docMk/>
            <pc:sldMk cId="2352993737" sldId="308"/>
            <ac:spMk id="18" creationId="{217467E7-D8A2-8EDA-A92C-0B34D9072B32}"/>
          </ac:spMkLst>
        </pc:spChg>
        <pc:spChg chg="add del mod">
          <ac:chgData name="Simran Sahu" userId="4b7f3de33a7f53ce" providerId="LiveId" clId="{E3FF85C4-369F-44D6-8AA8-EB62250C0306}" dt="2026-08-26T11:27:08.983" v="332" actId="478"/>
          <ac:spMkLst>
            <pc:docMk/>
            <pc:sldMk cId="2352993737" sldId="308"/>
            <ac:spMk id="20" creationId="{0FE36C56-0E4A-06C2-0A86-EADA16B882B8}"/>
          </ac:spMkLst>
        </pc:spChg>
        <pc:spChg chg="add del mod">
          <ac:chgData name="Simran Sahu" userId="4b7f3de33a7f53ce" providerId="LiveId" clId="{E3FF85C4-369F-44D6-8AA8-EB62250C0306}" dt="2026-08-26T11:27:15.694" v="334" actId="478"/>
          <ac:spMkLst>
            <pc:docMk/>
            <pc:sldMk cId="2352993737" sldId="308"/>
            <ac:spMk id="22" creationId="{992984C5-EB11-4B32-BE5D-E6C50C7AADED}"/>
          </ac:spMkLst>
        </pc:spChg>
        <pc:spChg chg="add mod">
          <ac:chgData name="Simran Sahu" userId="4b7f3de33a7f53ce" providerId="LiveId" clId="{E3FF85C4-369F-44D6-8AA8-EB62250C0306}" dt="2026-08-26T11:29:26.934" v="355" actId="5793"/>
          <ac:spMkLst>
            <pc:docMk/>
            <pc:sldMk cId="2352993737" sldId="308"/>
            <ac:spMk id="24" creationId="{A08D3E31-65D4-4423-DCE5-341229CBA527}"/>
          </ac:spMkLst>
        </pc:spChg>
      </pc:sldChg>
      <pc:sldChg chg="addSp delSp modSp mod">
        <pc:chgData name="Simran Sahu" userId="4b7f3de33a7f53ce" providerId="LiveId" clId="{E3FF85C4-369F-44D6-8AA8-EB62250C0306}" dt="2026-08-26T11:38:33.405" v="418" actId="1076"/>
        <pc:sldMkLst>
          <pc:docMk/>
          <pc:sldMk cId="3008749983" sldId="309"/>
        </pc:sldMkLst>
        <pc:spChg chg="mod">
          <ac:chgData name="Simran Sahu" userId="4b7f3de33a7f53ce" providerId="LiveId" clId="{E3FF85C4-369F-44D6-8AA8-EB62250C0306}" dt="2026-08-26T11:18:21.177" v="250" actId="14100"/>
          <ac:spMkLst>
            <pc:docMk/>
            <pc:sldMk cId="3008749983" sldId="309"/>
            <ac:spMk id="2" creationId="{08737D19-4D60-B5D0-74C9-46A5D81261BB}"/>
          </ac:spMkLst>
        </pc:spChg>
        <pc:spChg chg="del">
          <ac:chgData name="Simran Sahu" userId="4b7f3de33a7f53ce" providerId="LiveId" clId="{E3FF85C4-369F-44D6-8AA8-EB62250C0306}" dt="2026-08-26T11:17:56.488" v="247" actId="478"/>
          <ac:spMkLst>
            <pc:docMk/>
            <pc:sldMk cId="3008749983" sldId="309"/>
            <ac:spMk id="3" creationId="{9B0814BF-E9DC-8615-1CF0-1112CBD60A66}"/>
          </ac:spMkLst>
        </pc:spChg>
        <pc:spChg chg="del">
          <ac:chgData name="Simran Sahu" userId="4b7f3de33a7f53ce" providerId="LiveId" clId="{E3FF85C4-369F-44D6-8AA8-EB62250C0306}" dt="2026-08-26T11:17:53.571" v="245" actId="478"/>
          <ac:spMkLst>
            <pc:docMk/>
            <pc:sldMk cId="3008749983" sldId="309"/>
            <ac:spMk id="5" creationId="{4714EE7D-83C7-DE47-C100-0904BB907007}"/>
          </ac:spMkLst>
        </pc:spChg>
        <pc:spChg chg="add del mod">
          <ac:chgData name="Simran Sahu" userId="4b7f3de33a7f53ce" providerId="LiveId" clId="{E3FF85C4-369F-44D6-8AA8-EB62250C0306}" dt="2026-08-26T11:17:08.546" v="230" actId="478"/>
          <ac:spMkLst>
            <pc:docMk/>
            <pc:sldMk cId="3008749983" sldId="309"/>
            <ac:spMk id="6" creationId="{42858426-8C62-683E-96E8-8BC039A6004E}"/>
          </ac:spMkLst>
        </pc:spChg>
        <pc:spChg chg="del">
          <ac:chgData name="Simran Sahu" userId="4b7f3de33a7f53ce" providerId="LiveId" clId="{E3FF85C4-369F-44D6-8AA8-EB62250C0306}" dt="2026-08-26T11:17:48.182" v="243" actId="478"/>
          <ac:spMkLst>
            <pc:docMk/>
            <pc:sldMk cId="3008749983" sldId="309"/>
            <ac:spMk id="9" creationId="{310ADB9E-1121-2450-35D1-8486C9BC3613}"/>
          </ac:spMkLst>
        </pc:spChg>
        <pc:spChg chg="del">
          <ac:chgData name="Simran Sahu" userId="4b7f3de33a7f53ce" providerId="LiveId" clId="{E3FF85C4-369F-44D6-8AA8-EB62250C0306}" dt="2026-08-26T11:17:42.424" v="241" actId="478"/>
          <ac:spMkLst>
            <pc:docMk/>
            <pc:sldMk cId="3008749983" sldId="309"/>
            <ac:spMk id="11" creationId="{FAA4C0B8-3B41-049C-EA95-B5BC48C10C66}"/>
          </ac:spMkLst>
        </pc:spChg>
        <pc:spChg chg="add del mod">
          <ac:chgData name="Simran Sahu" userId="4b7f3de33a7f53ce" providerId="LiveId" clId="{E3FF85C4-369F-44D6-8AA8-EB62250C0306}" dt="2026-08-26T11:17:18.528" v="232" actId="478"/>
          <ac:spMkLst>
            <pc:docMk/>
            <pc:sldMk cId="3008749983" sldId="309"/>
            <ac:spMk id="12" creationId="{7F2C210C-8E39-DA32-E255-1D502619E4E6}"/>
          </ac:spMkLst>
        </pc:spChg>
        <pc:spChg chg="del">
          <ac:chgData name="Simran Sahu" userId="4b7f3de33a7f53ce" providerId="LiveId" clId="{E3FF85C4-369F-44D6-8AA8-EB62250C0306}" dt="2026-08-26T11:17:37.963" v="239" actId="478"/>
          <ac:spMkLst>
            <pc:docMk/>
            <pc:sldMk cId="3008749983" sldId="309"/>
            <ac:spMk id="13" creationId="{8850A56B-786B-E4E2-77AC-8193D264E2FE}"/>
          </ac:spMkLst>
        </pc:spChg>
        <pc:spChg chg="add del mod">
          <ac:chgData name="Simran Sahu" userId="4b7f3de33a7f53ce" providerId="LiveId" clId="{E3FF85C4-369F-44D6-8AA8-EB62250C0306}" dt="2026-08-26T11:17:24.655" v="234" actId="478"/>
          <ac:spMkLst>
            <pc:docMk/>
            <pc:sldMk cId="3008749983" sldId="309"/>
            <ac:spMk id="15" creationId="{79BC151F-406C-1408-3B46-1DCA7E24554B}"/>
          </ac:spMkLst>
        </pc:spChg>
        <pc:spChg chg="add del mod">
          <ac:chgData name="Simran Sahu" userId="4b7f3de33a7f53ce" providerId="LiveId" clId="{E3FF85C4-369F-44D6-8AA8-EB62250C0306}" dt="2026-08-26T11:17:28.659" v="236" actId="478"/>
          <ac:spMkLst>
            <pc:docMk/>
            <pc:sldMk cId="3008749983" sldId="309"/>
            <ac:spMk id="17" creationId="{0876C2C5-2E13-5DB9-D5AA-073A4F28E486}"/>
          </ac:spMkLst>
        </pc:spChg>
        <pc:spChg chg="add del mod">
          <ac:chgData name="Simran Sahu" userId="4b7f3de33a7f53ce" providerId="LiveId" clId="{E3FF85C4-369F-44D6-8AA8-EB62250C0306}" dt="2026-08-26T11:17:33.716" v="238" actId="478"/>
          <ac:spMkLst>
            <pc:docMk/>
            <pc:sldMk cId="3008749983" sldId="309"/>
            <ac:spMk id="19" creationId="{91688273-2A08-5927-C709-7B2BE46125D4}"/>
          </ac:spMkLst>
        </pc:spChg>
        <pc:spChg chg="add del mod">
          <ac:chgData name="Simran Sahu" userId="4b7f3de33a7f53ce" providerId="LiveId" clId="{E3FF85C4-369F-44D6-8AA8-EB62250C0306}" dt="2026-08-26T11:17:40.432" v="240" actId="478"/>
          <ac:spMkLst>
            <pc:docMk/>
            <pc:sldMk cId="3008749983" sldId="309"/>
            <ac:spMk id="21" creationId="{70AEC87D-4878-331D-20A6-AF95F736C2D9}"/>
          </ac:spMkLst>
        </pc:spChg>
        <pc:spChg chg="del">
          <ac:chgData name="Simran Sahu" userId="4b7f3de33a7f53ce" providerId="LiveId" clId="{E3FF85C4-369F-44D6-8AA8-EB62250C0306}" dt="2026-08-26T11:17:05.953" v="229" actId="478"/>
          <ac:spMkLst>
            <pc:docMk/>
            <pc:sldMk cId="3008749983" sldId="309"/>
            <ac:spMk id="23" creationId="{2C051FD2-C541-D8EE-D263-DFD01AD1C602}"/>
          </ac:spMkLst>
        </pc:spChg>
        <pc:spChg chg="del">
          <ac:chgData name="Simran Sahu" userId="4b7f3de33a7f53ce" providerId="LiveId" clId="{E3FF85C4-369F-44D6-8AA8-EB62250C0306}" dt="2026-08-26T11:17:11.477" v="231" actId="478"/>
          <ac:spMkLst>
            <pc:docMk/>
            <pc:sldMk cId="3008749983" sldId="309"/>
            <ac:spMk id="24" creationId="{61DE34F0-9D00-D163-584E-9738310DB6BC}"/>
          </ac:spMkLst>
        </pc:spChg>
        <pc:spChg chg="del">
          <ac:chgData name="Simran Sahu" userId="4b7f3de33a7f53ce" providerId="LiveId" clId="{E3FF85C4-369F-44D6-8AA8-EB62250C0306}" dt="2026-08-26T11:17:22.113" v="233" actId="478"/>
          <ac:spMkLst>
            <pc:docMk/>
            <pc:sldMk cId="3008749983" sldId="309"/>
            <ac:spMk id="25" creationId="{3F1B077F-4F6F-1F99-B5B6-BF27786BBA9F}"/>
          </ac:spMkLst>
        </pc:spChg>
        <pc:spChg chg="del">
          <ac:chgData name="Simran Sahu" userId="4b7f3de33a7f53ce" providerId="LiveId" clId="{E3FF85C4-369F-44D6-8AA8-EB62250C0306}" dt="2026-08-26T11:17:27.338" v="235" actId="478"/>
          <ac:spMkLst>
            <pc:docMk/>
            <pc:sldMk cId="3008749983" sldId="309"/>
            <ac:spMk id="26" creationId="{6ACBEE98-EEED-F89F-8CC0-E8497F8E546E}"/>
          </ac:spMkLst>
        </pc:spChg>
        <pc:spChg chg="del">
          <ac:chgData name="Simran Sahu" userId="4b7f3de33a7f53ce" providerId="LiveId" clId="{E3FF85C4-369F-44D6-8AA8-EB62250C0306}" dt="2026-08-26T11:17:31.513" v="237" actId="478"/>
          <ac:spMkLst>
            <pc:docMk/>
            <pc:sldMk cId="3008749983" sldId="309"/>
            <ac:spMk id="27" creationId="{5D63848E-7E38-C88A-D15E-40DF95AB07BB}"/>
          </ac:spMkLst>
        </pc:spChg>
        <pc:spChg chg="add del mod">
          <ac:chgData name="Simran Sahu" userId="4b7f3de33a7f53ce" providerId="LiveId" clId="{E3FF85C4-369F-44D6-8AA8-EB62250C0306}" dt="2026-08-26T11:17:44.773" v="242" actId="478"/>
          <ac:spMkLst>
            <pc:docMk/>
            <pc:sldMk cId="3008749983" sldId="309"/>
            <ac:spMk id="28" creationId="{48AF5E8F-0C69-FDB0-82ED-E2C32A71A7B1}"/>
          </ac:spMkLst>
        </pc:spChg>
        <pc:spChg chg="add del mod">
          <ac:chgData name="Simran Sahu" userId="4b7f3de33a7f53ce" providerId="LiveId" clId="{E3FF85C4-369F-44D6-8AA8-EB62250C0306}" dt="2026-08-26T11:17:52.100" v="244" actId="478"/>
          <ac:spMkLst>
            <pc:docMk/>
            <pc:sldMk cId="3008749983" sldId="309"/>
            <ac:spMk id="30" creationId="{6C61AED6-9E15-1A94-4B2F-66BC11AD37A9}"/>
          </ac:spMkLst>
        </pc:spChg>
        <pc:spChg chg="add del mod">
          <ac:chgData name="Simran Sahu" userId="4b7f3de33a7f53ce" providerId="LiveId" clId="{E3FF85C4-369F-44D6-8AA8-EB62250C0306}" dt="2026-08-26T11:17:54.716" v="246" actId="478"/>
          <ac:spMkLst>
            <pc:docMk/>
            <pc:sldMk cId="3008749983" sldId="309"/>
            <ac:spMk id="32" creationId="{84449BC9-8486-EA6D-E20C-3A6A8992F59E}"/>
          </ac:spMkLst>
        </pc:spChg>
        <pc:spChg chg="add del mod">
          <ac:chgData name="Simran Sahu" userId="4b7f3de33a7f53ce" providerId="LiveId" clId="{E3FF85C4-369F-44D6-8AA8-EB62250C0306}" dt="2026-08-26T11:17:59.623" v="248" actId="478"/>
          <ac:spMkLst>
            <pc:docMk/>
            <pc:sldMk cId="3008749983" sldId="309"/>
            <ac:spMk id="34" creationId="{C930F257-8853-F2A4-F14E-B6871F383153}"/>
          </ac:spMkLst>
        </pc:spChg>
        <pc:spChg chg="add mod">
          <ac:chgData name="Simran Sahu" userId="4b7f3de33a7f53ce" providerId="LiveId" clId="{E3FF85C4-369F-44D6-8AA8-EB62250C0306}" dt="2026-08-26T11:38:33.405" v="418" actId="1076"/>
          <ac:spMkLst>
            <pc:docMk/>
            <pc:sldMk cId="3008749983" sldId="309"/>
            <ac:spMk id="36" creationId="{01F1F63D-BE7C-181E-3F46-13AEB26570B3}"/>
          </ac:spMkLst>
        </pc:spChg>
      </pc:sldChg>
      <pc:sldChg chg="addSp delSp modSp mod">
        <pc:chgData name="Simran Sahu" userId="4b7f3de33a7f53ce" providerId="LiveId" clId="{E3FF85C4-369F-44D6-8AA8-EB62250C0306}" dt="2026-08-26T11:38:47.584" v="419" actId="1076"/>
        <pc:sldMkLst>
          <pc:docMk/>
          <pc:sldMk cId="2113713740" sldId="310"/>
        </pc:sldMkLst>
        <pc:spChg chg="add mod">
          <ac:chgData name="Simran Sahu" userId="4b7f3de33a7f53ce" providerId="LiveId" clId="{E3FF85C4-369F-44D6-8AA8-EB62250C0306}" dt="2026-08-26T11:38:47.584" v="419" actId="1076"/>
          <ac:spMkLst>
            <pc:docMk/>
            <pc:sldMk cId="2113713740" sldId="310"/>
            <ac:spMk id="3" creationId="{78A88127-001B-6F42-1F21-8CA165D0546F}"/>
          </ac:spMkLst>
        </pc:spChg>
        <pc:spChg chg="mod">
          <ac:chgData name="Simran Sahu" userId="4b7f3de33a7f53ce" providerId="LiveId" clId="{E3FF85C4-369F-44D6-8AA8-EB62250C0306}" dt="2026-08-26T11:20:44.425" v="269" actId="20577"/>
          <ac:spMkLst>
            <pc:docMk/>
            <pc:sldMk cId="2113713740" sldId="310"/>
            <ac:spMk id="6" creationId="{19B727DE-9C16-360C-F34F-96B63BA5504C}"/>
          </ac:spMkLst>
        </pc:spChg>
        <pc:spChg chg="del">
          <ac:chgData name="Simran Sahu" userId="4b7f3de33a7f53ce" providerId="LiveId" clId="{E3FF85C4-369F-44D6-8AA8-EB62250C0306}" dt="2026-08-26T10:55:39.803" v="60" actId="478"/>
          <ac:spMkLst>
            <pc:docMk/>
            <pc:sldMk cId="2113713740" sldId="310"/>
            <ac:spMk id="7" creationId="{4067AB90-919C-547C-EA0C-C5763E0BC234}"/>
          </ac:spMkLst>
        </pc:spChg>
      </pc:sldChg>
      <pc:sldChg chg="addSp delSp modSp mod">
        <pc:chgData name="Simran Sahu" userId="4b7f3de33a7f53ce" providerId="LiveId" clId="{E3FF85C4-369F-44D6-8AA8-EB62250C0306}" dt="2026-08-26T11:38:18.451" v="417" actId="1076"/>
        <pc:sldMkLst>
          <pc:docMk/>
          <pc:sldMk cId="312043735" sldId="311"/>
        </pc:sldMkLst>
        <pc:spChg chg="del">
          <ac:chgData name="Simran Sahu" userId="4b7f3de33a7f53ce" providerId="LiveId" clId="{E3FF85C4-369F-44D6-8AA8-EB62250C0306}" dt="2026-08-26T11:21:29.397" v="273" actId="478"/>
          <ac:spMkLst>
            <pc:docMk/>
            <pc:sldMk cId="312043735" sldId="311"/>
            <ac:spMk id="2" creationId="{0649137D-2A6C-3A81-F639-FA3C26C76D3F}"/>
          </ac:spMkLst>
        </pc:spChg>
        <pc:spChg chg="del">
          <ac:chgData name="Simran Sahu" userId="4b7f3de33a7f53ce" providerId="LiveId" clId="{E3FF85C4-369F-44D6-8AA8-EB62250C0306}" dt="2026-08-26T11:21:46.903" v="281" actId="478"/>
          <ac:spMkLst>
            <pc:docMk/>
            <pc:sldMk cId="312043735" sldId="311"/>
            <ac:spMk id="3" creationId="{3BAC312B-0248-777F-AEB1-4F76CAA95ABF}"/>
          </ac:spMkLst>
        </pc:spChg>
        <pc:spChg chg="del">
          <ac:chgData name="Simran Sahu" userId="4b7f3de33a7f53ce" providerId="LiveId" clId="{E3FF85C4-369F-44D6-8AA8-EB62250C0306}" dt="2026-08-26T11:22:11.081" v="291" actId="478"/>
          <ac:spMkLst>
            <pc:docMk/>
            <pc:sldMk cId="312043735" sldId="311"/>
            <ac:spMk id="4" creationId="{662F7B83-4957-3FDF-FCD7-670A863C20B2}"/>
          </ac:spMkLst>
        </pc:spChg>
        <pc:spChg chg="del">
          <ac:chgData name="Simran Sahu" userId="4b7f3de33a7f53ce" providerId="LiveId" clId="{E3FF85C4-369F-44D6-8AA8-EB62250C0306}" dt="2026-08-26T11:21:35.226" v="276" actId="478"/>
          <ac:spMkLst>
            <pc:docMk/>
            <pc:sldMk cId="312043735" sldId="311"/>
            <ac:spMk id="5" creationId="{568C0CFC-4DE9-71AA-6D3C-E8652D9BEBF5}"/>
          </ac:spMkLst>
        </pc:spChg>
        <pc:spChg chg="del">
          <ac:chgData name="Simran Sahu" userId="4b7f3de33a7f53ce" providerId="LiveId" clId="{E3FF85C4-369F-44D6-8AA8-EB62250C0306}" dt="2026-08-26T11:21:58.612" v="286" actId="478"/>
          <ac:spMkLst>
            <pc:docMk/>
            <pc:sldMk cId="312043735" sldId="311"/>
            <ac:spMk id="6" creationId="{B68524C6-142C-4627-2305-AAB73C14EE1A}"/>
          </ac:spMkLst>
        </pc:spChg>
        <pc:spChg chg="del mod">
          <ac:chgData name="Simran Sahu" userId="4b7f3de33a7f53ce" providerId="LiveId" clId="{E3FF85C4-369F-44D6-8AA8-EB62250C0306}" dt="2026-08-26T11:21:21.736" v="271" actId="478"/>
          <ac:spMkLst>
            <pc:docMk/>
            <pc:sldMk cId="312043735" sldId="311"/>
            <ac:spMk id="10" creationId="{483C06D0-E1DB-BF5B-0723-E86ECD593FA6}"/>
          </ac:spMkLst>
        </pc:spChg>
        <pc:spChg chg="del">
          <ac:chgData name="Simran Sahu" userId="4b7f3de33a7f53ce" providerId="LiveId" clId="{E3FF85C4-369F-44D6-8AA8-EB62250C0306}" dt="2026-08-26T11:21:52.872" v="284" actId="478"/>
          <ac:spMkLst>
            <pc:docMk/>
            <pc:sldMk cId="312043735" sldId="311"/>
            <ac:spMk id="11" creationId="{763E08B0-2334-33D6-E6CC-5D7120AD82A8}"/>
          </ac:spMkLst>
        </pc:spChg>
        <pc:spChg chg="del">
          <ac:chgData name="Simran Sahu" userId="4b7f3de33a7f53ce" providerId="LiveId" clId="{E3FF85C4-369F-44D6-8AA8-EB62250C0306}" dt="2026-08-26T11:22:14.634" v="293" actId="478"/>
          <ac:spMkLst>
            <pc:docMk/>
            <pc:sldMk cId="312043735" sldId="311"/>
            <ac:spMk id="12" creationId="{B0661D74-2EFE-C693-BB74-D733AD13A861}"/>
          </ac:spMkLst>
        </pc:spChg>
        <pc:spChg chg="del">
          <ac:chgData name="Simran Sahu" userId="4b7f3de33a7f53ce" providerId="LiveId" clId="{E3FF85C4-369F-44D6-8AA8-EB62250C0306}" dt="2026-08-26T11:22:04.920" v="289" actId="478"/>
          <ac:spMkLst>
            <pc:docMk/>
            <pc:sldMk cId="312043735" sldId="311"/>
            <ac:spMk id="13" creationId="{13F81BE4-398C-16CD-B300-25082227312B}"/>
          </ac:spMkLst>
        </pc:spChg>
        <pc:spChg chg="del">
          <ac:chgData name="Simran Sahu" userId="4b7f3de33a7f53ce" providerId="LiveId" clId="{E3FF85C4-369F-44D6-8AA8-EB62250C0306}" dt="2026-08-26T11:21:42.453" v="279" actId="478"/>
          <ac:spMkLst>
            <pc:docMk/>
            <pc:sldMk cId="312043735" sldId="311"/>
            <ac:spMk id="14" creationId="{43DFEEA6-4AAD-5436-17AA-56EFDA3E432C}"/>
          </ac:spMkLst>
        </pc:spChg>
        <pc:spChg chg="add del mod">
          <ac:chgData name="Simran Sahu" userId="4b7f3de33a7f53ce" providerId="LiveId" clId="{E3FF85C4-369F-44D6-8AA8-EB62250C0306}" dt="2026-08-26T11:21:22.881" v="272" actId="478"/>
          <ac:spMkLst>
            <pc:docMk/>
            <pc:sldMk cId="312043735" sldId="311"/>
            <ac:spMk id="15" creationId="{176432E3-F3C8-29DC-2B91-D8CC547C4E0D}"/>
          </ac:spMkLst>
        </pc:spChg>
        <pc:spChg chg="add del mod">
          <ac:chgData name="Simran Sahu" userId="4b7f3de33a7f53ce" providerId="LiveId" clId="{E3FF85C4-369F-44D6-8AA8-EB62250C0306}" dt="2026-08-26T11:21:30.617" v="274" actId="478"/>
          <ac:spMkLst>
            <pc:docMk/>
            <pc:sldMk cId="312043735" sldId="311"/>
            <ac:spMk id="17" creationId="{7A2607A5-F513-8780-866F-1AE7FB5F3219}"/>
          </ac:spMkLst>
        </pc:spChg>
        <pc:spChg chg="add del mod">
          <ac:chgData name="Simran Sahu" userId="4b7f3de33a7f53ce" providerId="LiveId" clId="{E3FF85C4-369F-44D6-8AA8-EB62250C0306}" dt="2026-08-26T11:21:36.714" v="277" actId="478"/>
          <ac:spMkLst>
            <pc:docMk/>
            <pc:sldMk cId="312043735" sldId="311"/>
            <ac:spMk id="19" creationId="{2DAC8601-4829-C356-046F-45B00AE786C1}"/>
          </ac:spMkLst>
        </pc:spChg>
        <pc:spChg chg="add del mod">
          <ac:chgData name="Simran Sahu" userId="4b7f3de33a7f53ce" providerId="LiveId" clId="{E3FF85C4-369F-44D6-8AA8-EB62250C0306}" dt="2026-08-26T11:21:43.266" v="280" actId="478"/>
          <ac:spMkLst>
            <pc:docMk/>
            <pc:sldMk cId="312043735" sldId="311"/>
            <ac:spMk id="21" creationId="{D817A055-280B-26E7-E764-F5450677FEA7}"/>
          </ac:spMkLst>
        </pc:spChg>
        <pc:spChg chg="add del mod">
          <ac:chgData name="Simran Sahu" userId="4b7f3de33a7f53ce" providerId="LiveId" clId="{E3FF85C4-369F-44D6-8AA8-EB62250C0306}" dt="2026-08-26T11:21:47.796" v="282" actId="478"/>
          <ac:spMkLst>
            <pc:docMk/>
            <pc:sldMk cId="312043735" sldId="311"/>
            <ac:spMk id="23" creationId="{DFE874EF-0EC1-3362-F4DF-B8B4D86D15CD}"/>
          </ac:spMkLst>
        </pc:spChg>
        <pc:spChg chg="add del mod">
          <ac:chgData name="Simran Sahu" userId="4b7f3de33a7f53ce" providerId="LiveId" clId="{E3FF85C4-369F-44D6-8AA8-EB62250C0306}" dt="2026-08-26T11:21:53.976" v="285" actId="478"/>
          <ac:spMkLst>
            <pc:docMk/>
            <pc:sldMk cId="312043735" sldId="311"/>
            <ac:spMk id="25" creationId="{3E2BD60D-12F2-FEF2-102B-80BB208227DD}"/>
          </ac:spMkLst>
        </pc:spChg>
        <pc:spChg chg="add del mod">
          <ac:chgData name="Simran Sahu" userId="4b7f3de33a7f53ce" providerId="LiveId" clId="{E3FF85C4-369F-44D6-8AA8-EB62250C0306}" dt="2026-08-26T11:21:59.602" v="287" actId="478"/>
          <ac:spMkLst>
            <pc:docMk/>
            <pc:sldMk cId="312043735" sldId="311"/>
            <ac:spMk id="27" creationId="{0A385C51-F624-0EC2-10E4-ABA169CFAD9C}"/>
          </ac:spMkLst>
        </pc:spChg>
        <pc:spChg chg="add del mod">
          <ac:chgData name="Simran Sahu" userId="4b7f3de33a7f53ce" providerId="LiveId" clId="{E3FF85C4-369F-44D6-8AA8-EB62250C0306}" dt="2026-08-26T11:22:08.466" v="290" actId="478"/>
          <ac:spMkLst>
            <pc:docMk/>
            <pc:sldMk cId="312043735" sldId="311"/>
            <ac:spMk id="29" creationId="{62C492AA-DC4D-D9B8-69D0-A90BDB190CE6}"/>
          </ac:spMkLst>
        </pc:spChg>
        <pc:spChg chg="add del mod">
          <ac:chgData name="Simran Sahu" userId="4b7f3de33a7f53ce" providerId="LiveId" clId="{E3FF85C4-369F-44D6-8AA8-EB62250C0306}" dt="2026-08-26T11:22:12.955" v="292" actId="478"/>
          <ac:spMkLst>
            <pc:docMk/>
            <pc:sldMk cId="312043735" sldId="311"/>
            <ac:spMk id="31" creationId="{54F2AFE7-92DE-8125-E730-6DA9C7A20B89}"/>
          </ac:spMkLst>
        </pc:spChg>
        <pc:spChg chg="add del mod">
          <ac:chgData name="Simran Sahu" userId="4b7f3de33a7f53ce" providerId="LiveId" clId="{E3FF85C4-369F-44D6-8AA8-EB62250C0306}" dt="2026-08-26T11:22:16.495" v="294" actId="478"/>
          <ac:spMkLst>
            <pc:docMk/>
            <pc:sldMk cId="312043735" sldId="311"/>
            <ac:spMk id="33" creationId="{9C8E66E4-CA19-5FA9-1082-B01EF498DB12}"/>
          </ac:spMkLst>
        </pc:spChg>
        <pc:spChg chg="add mod">
          <ac:chgData name="Simran Sahu" userId="4b7f3de33a7f53ce" providerId="LiveId" clId="{E3FF85C4-369F-44D6-8AA8-EB62250C0306}" dt="2026-08-26T11:38:18.451" v="417" actId="1076"/>
          <ac:spMkLst>
            <pc:docMk/>
            <pc:sldMk cId="312043735" sldId="311"/>
            <ac:spMk id="35" creationId="{D34AD75B-58A7-A938-C893-64304CB70327}"/>
          </ac:spMkLst>
        </pc:spChg>
        <pc:spChg chg="mod">
          <ac:chgData name="Simran Sahu" userId="4b7f3de33a7f53ce" providerId="LiveId" clId="{E3FF85C4-369F-44D6-8AA8-EB62250C0306}" dt="2026-08-26T11:22:41.459" v="297" actId="14100"/>
          <ac:spMkLst>
            <pc:docMk/>
            <pc:sldMk cId="312043735" sldId="311"/>
            <ac:spMk id="43" creationId="{6F402D0D-1253-FDCF-200C-358D2373CCEA}"/>
          </ac:spMkLst>
        </pc:spChg>
        <pc:cxnChg chg="del mod">
          <ac:chgData name="Simran Sahu" userId="4b7f3de33a7f53ce" providerId="LiveId" clId="{E3FF85C4-369F-44D6-8AA8-EB62250C0306}" dt="2026-08-26T11:21:33.243" v="275" actId="478"/>
          <ac:cxnSpMkLst>
            <pc:docMk/>
            <pc:sldMk cId="312043735" sldId="311"/>
            <ac:cxnSpMk id="45" creationId="{B8BFA6A1-385F-2847-59C6-213D0606710D}"/>
          </ac:cxnSpMkLst>
        </pc:cxnChg>
        <pc:cxnChg chg="del mod">
          <ac:chgData name="Simran Sahu" userId="4b7f3de33a7f53ce" providerId="LiveId" clId="{E3FF85C4-369F-44D6-8AA8-EB62250C0306}" dt="2026-08-26T11:21:39.549" v="278" actId="478"/>
          <ac:cxnSpMkLst>
            <pc:docMk/>
            <pc:sldMk cId="312043735" sldId="311"/>
            <ac:cxnSpMk id="47" creationId="{BC3D7D22-1710-7586-51EC-807950387573}"/>
          </ac:cxnSpMkLst>
        </pc:cxnChg>
        <pc:cxnChg chg="del mod">
          <ac:chgData name="Simran Sahu" userId="4b7f3de33a7f53ce" providerId="LiveId" clId="{E3FF85C4-369F-44D6-8AA8-EB62250C0306}" dt="2026-08-26T11:21:49.827" v="283" actId="478"/>
          <ac:cxnSpMkLst>
            <pc:docMk/>
            <pc:sldMk cId="312043735" sldId="311"/>
            <ac:cxnSpMk id="49" creationId="{900822B8-79FE-91B5-6738-C9AA0E33984E}"/>
          </ac:cxnSpMkLst>
        </pc:cxnChg>
        <pc:cxnChg chg="del mod">
          <ac:chgData name="Simran Sahu" userId="4b7f3de33a7f53ce" providerId="LiveId" clId="{E3FF85C4-369F-44D6-8AA8-EB62250C0306}" dt="2026-08-26T11:22:02.351" v="288" actId="478"/>
          <ac:cxnSpMkLst>
            <pc:docMk/>
            <pc:sldMk cId="312043735" sldId="311"/>
            <ac:cxnSpMk id="51" creationId="{48A4C37F-6D4C-F508-C28E-2170FC2A6D8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88E34-8C8C-8747-BADB-40E1ACC00129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E5FCA-B2DD-C941-A2C1-6389394334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E5FCA-B2DD-C941-A2C1-6389394334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24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7" y="2441448"/>
            <a:ext cx="10972800" cy="304495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anchor="t"/>
          <a:lstStyle>
            <a:lvl1pPr algn="l">
              <a:lnSpc>
                <a:spcPct val="100000"/>
              </a:lnSpc>
              <a:defRPr sz="2800" cap="none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4232475"/>
            <a:ext cx="5775960" cy="333945"/>
          </a:xfrm>
        </p:spPr>
        <p:txBody>
          <a:bodyPr/>
          <a:lstStyle>
            <a:lvl1pPr marL="0" indent="0">
              <a:buNone/>
              <a:defRPr sz="1800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”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spc="200" baseline="0"/>
            </a:lvl1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1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5157787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5157787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438400"/>
            <a:ext cx="5183188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0" y="2871216"/>
            <a:ext cx="5183188" cy="3247462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7408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7408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880" y="2438400"/>
            <a:ext cx="3419856" cy="36576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000" b="1" cap="all" spc="2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880" y="2871216"/>
            <a:ext cx="3419856" cy="2925554"/>
          </a:xfrm>
        </p:spPr>
        <p:txBody>
          <a:bodyPr/>
          <a:lstStyle>
            <a:lvl1pPr>
              <a:lnSpc>
                <a:spcPct val="100000"/>
              </a:lnSpc>
              <a:spcBef>
                <a:spcPts val="1000"/>
              </a:spcBef>
              <a:defRPr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sz="11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/>
          <a:lstStyle>
            <a:lvl1pPr algn="r">
              <a:defRPr sz="4800" cap="all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1216025"/>
            <a:ext cx="5184648" cy="4416425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sz="1600" spc="1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anchor="t">
            <a:noAutofit/>
          </a:bodyPr>
          <a:lstStyle>
            <a:lvl1pPr algn="l">
              <a:defRPr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/>
          <a:lstStyle>
            <a:lvl1pPr marL="0" indent="0" algn="l">
              <a:buNone/>
              <a:defRPr sz="2400" b="1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/>
          <a:lstStyle>
            <a:lvl1pPr algn="ctr">
              <a:lnSpc>
                <a:spcPct val="90000"/>
              </a:lnSpc>
              <a:defRPr sz="4800" spc="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116632"/>
            <a:ext cx="10351696" cy="864096"/>
          </a:xfrm>
        </p:spPr>
        <p:txBody>
          <a:bodyPr/>
          <a:lstStyle/>
          <a:p>
            <a:r>
              <a:rPr lang="en-US" sz="5400" dirty="0"/>
              <a:t>RETAIL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1988840"/>
            <a:ext cx="10040112" cy="1944216"/>
          </a:xfrm>
        </p:spPr>
        <p:txBody>
          <a:bodyPr/>
          <a:lstStyle/>
          <a:p>
            <a:r>
              <a:rPr lang="en-US" dirty="0"/>
              <a:t>Retail Sales Analysis </a:t>
            </a:r>
          </a:p>
          <a:p>
            <a:r>
              <a:rPr lang="en-US" dirty="0"/>
              <a:t>Phase 4: Business Strategy &amp; Documentation</a:t>
            </a:r>
          </a:p>
          <a:p>
            <a:r>
              <a:rPr lang="en-US" dirty="0"/>
              <a:t>Submitted by: Palak | Task 1</a:t>
            </a:r>
          </a:p>
          <a:p>
            <a:r>
              <a:rPr lang="en-US" dirty="0"/>
              <a:t>Date: 26-08-2026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F4EFB8-B32B-E305-CA40-1BDEF9E3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009846"/>
            <a:ext cx="11243992" cy="742284"/>
          </a:xfrm>
        </p:spPr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640A05-A075-B6F7-8485-59230584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76671"/>
            <a:ext cx="4114800" cy="391429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2EF04-C343-BFD2-AB41-A620630757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38600" y="1935785"/>
            <a:ext cx="6264696" cy="3912369"/>
          </a:xfrm>
        </p:spPr>
        <p:txBody>
          <a:bodyPr/>
          <a:lstStyle/>
          <a:p>
            <a:r>
              <a:rPr lang="en-US" dirty="0"/>
              <a:t>Executive Summary</a:t>
            </a:r>
          </a:p>
          <a:p>
            <a:r>
              <a:rPr lang="en-US" dirty="0"/>
              <a:t>Python Cleaning</a:t>
            </a:r>
          </a:p>
          <a:p>
            <a:r>
              <a:rPr lang="en-US" dirty="0"/>
              <a:t>SQL Analysis</a:t>
            </a:r>
          </a:p>
          <a:p>
            <a:r>
              <a:rPr lang="en-US" dirty="0"/>
              <a:t>MIS Reports</a:t>
            </a:r>
          </a:p>
          <a:p>
            <a:r>
              <a:rPr lang="en-US" dirty="0"/>
              <a:t>Power BI Dashboard</a:t>
            </a:r>
          </a:p>
          <a:p>
            <a:r>
              <a:rPr lang="en-US" dirty="0"/>
              <a:t>Trends &amp; Anomalies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Process Improvement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03396-B624-401E-50C6-C0BB01AF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16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775003-C8C2-57FA-C8D5-99577C44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6633"/>
            <a:ext cx="11665296" cy="1008112"/>
          </a:xfrm>
        </p:spPr>
        <p:txBody>
          <a:bodyPr/>
          <a:lstStyle/>
          <a:p>
            <a:pPr algn="ctr"/>
            <a:r>
              <a:rPr lang="en-US" sz="3200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D67805-CCBD-8182-540F-93068A90C4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400" y="1216025"/>
            <a:ext cx="10890048" cy="4416425"/>
          </a:xfrm>
        </p:spPr>
        <p:txBody>
          <a:bodyPr/>
          <a:lstStyle/>
          <a:p>
            <a:r>
              <a:rPr lang="en-US" sz="2400" b="1" dirty="0"/>
              <a:t>Analyzed raw data (194KB) of 1,998 orders.</a:t>
            </a:r>
          </a:p>
          <a:p>
            <a:r>
              <a:rPr lang="en-US" sz="2400" b="1" dirty="0"/>
              <a:t>Objective: Clean data, build MIS, SQL &amp; Power BI dashboard.</a:t>
            </a:r>
          </a:p>
          <a:p>
            <a:r>
              <a:rPr lang="en-US" sz="2400" b="1" dirty="0"/>
              <a:t>Ensured 100% accuracy with zero discrepancy.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86A75-51DF-087B-EE6E-0899D082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344" y="260648"/>
            <a:ext cx="10927760" cy="792088"/>
          </a:xfrm>
        </p:spPr>
        <p:txBody>
          <a:bodyPr anchor="t">
            <a:noAutofit/>
          </a:bodyPr>
          <a:lstStyle/>
          <a:p>
            <a:pPr algn="ctr"/>
            <a:r>
              <a:rPr lang="en-US" sz="4000" spc="300" dirty="0">
                <a:ln w="28575">
                  <a:solidFill>
                    <a:schemeClr val="tx1"/>
                  </a:solidFill>
                </a:ln>
                <a:noFill/>
              </a:rPr>
              <a:t>PRIMARY GOALS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1772816"/>
            <a:ext cx="10040112" cy="3528392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Achieve data accuracy with zero tolerance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trends &amp; anomalies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automated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Enable data-driven decisions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807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39BC3-1DB2-EB36-B4F5-81D5725C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908720"/>
            <a:ext cx="11665296" cy="720080"/>
          </a:xfrm>
        </p:spPr>
        <p:txBody>
          <a:bodyPr/>
          <a:lstStyle/>
          <a:p>
            <a:pPr algn="ctr"/>
            <a:r>
              <a:rPr lang="en-US" sz="2800" dirty="0"/>
              <a:t>QUARTERLY PERFORMANCE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0A50E1-0D2E-D811-2F66-646B4778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4A10F-0A8C-333B-6C47-B4125180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90912-7AA9-2C46-F276-168FA45682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83632" y="2017346"/>
            <a:ext cx="7217640" cy="3552329"/>
          </a:xfrm>
        </p:spPr>
        <p:txBody>
          <a:bodyPr/>
          <a:lstStyle/>
          <a:p>
            <a:r>
              <a:rPr lang="en-US" sz="2400" b="1" dirty="0"/>
              <a:t>Total Sales: 75M+ | Total Orders: 1998 | AOV: 10.99K</a:t>
            </a:r>
          </a:p>
          <a:p>
            <a:r>
              <a:rPr lang="en-US" sz="2400" b="1" dirty="0"/>
              <a:t>(Oct-Dec) highest due to festive season .</a:t>
            </a:r>
          </a:p>
          <a:p>
            <a:r>
              <a:rPr lang="en-US" sz="2400" b="1" dirty="0"/>
              <a:t>Weekend sales 35% higher than weekdays.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5450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41B7-60D7-2BA4-B058-7AB43FA4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GROWTH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1DF4C-EB67-6575-7791-C347DD98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BA244-3A6A-5970-796B-08549B12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907D8-2356-B4A5-923A-C0FB676DAB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dirty="0"/>
              <a:t>Top Category contributes 40% revenue.</a:t>
            </a:r>
          </a:p>
          <a:p>
            <a:r>
              <a:rPr lang="en-US" sz="2400" b="1" dirty="0"/>
              <a:t>Repeat customers = 65% of total revenue.</a:t>
            </a:r>
          </a:p>
          <a:p>
            <a:r>
              <a:rPr lang="en-US" sz="2400" b="1" dirty="0"/>
              <a:t>Potential to grow AOV in low-performing category.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7226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B727DE-9C16-360C-F34F-96B63BA5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854" y="1389377"/>
            <a:ext cx="6108899" cy="3395762"/>
          </a:xfrm>
        </p:spPr>
        <p:txBody>
          <a:bodyPr/>
          <a:lstStyle/>
          <a:p>
            <a:r>
              <a:rPr lang="en-US" sz="2400" dirty="0"/>
              <a:t>File: data_cleaning.py (3KB)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Steps: Null handling, Duplicate removal, Date parsing, Category standardization, Outlier capping (3SD)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Validation: Row count 100% matched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8F1D27-7C00-ADDA-3E62-FDBF008D5D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E24183-EEFA-02B9-BFB3-2C57E0B5A3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88127-001B-6F42-1F21-8CA165D05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8640"/>
            <a:ext cx="11881320" cy="576064"/>
          </a:xfrm>
        </p:spPr>
        <p:txBody>
          <a:bodyPr/>
          <a:lstStyle/>
          <a:p>
            <a:pPr algn="ctr"/>
            <a:r>
              <a:rPr lang="en-IN" sz="3600" b="1" dirty="0"/>
              <a:t>PYTHON CLEANING</a:t>
            </a:r>
          </a:p>
        </p:txBody>
      </p:sp>
    </p:spTree>
    <p:extLst>
      <p:ext uri="{BB962C8B-B14F-4D97-AF65-F5344CB8AC3E}">
        <p14:creationId xmlns:p14="http://schemas.microsoft.com/office/powerpoint/2010/main" val="211371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99B5F29-ED3B-9B44-DBBE-FD28EE77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68101"/>
            <a:ext cx="10972800" cy="760699"/>
          </a:xfrm>
        </p:spPr>
        <p:txBody>
          <a:bodyPr/>
          <a:lstStyle/>
          <a:p>
            <a:r>
              <a:rPr lang="en-US" dirty="0"/>
              <a:t>SQL ANALYSIS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A8AD5F-DCF2-F71C-E7E2-C2FD4287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CC6B6-E9D4-1736-ABF6-727D2464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D7327F-EA26-A1D2-C08B-0DFB5805C5AF}"/>
              </a:ext>
            </a:extLst>
          </p:cNvPr>
          <p:cNvSpPr txBox="1"/>
          <p:nvPr/>
        </p:nvSpPr>
        <p:spPr>
          <a:xfrm>
            <a:off x="3048000" y="221402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File: Retail_Analysis_SQL.sql (3KB)</a:t>
            </a:r>
          </a:p>
          <a:p>
            <a:endParaRPr lang="en-IN" sz="2400" b="1" dirty="0"/>
          </a:p>
          <a:p>
            <a:r>
              <a:rPr lang="en-IN" sz="2400" b="1" dirty="0"/>
              <a:t>Used: CTEs, Window Function LAG() for MoM growth, Indexed OrderID &amp; CustomerID.</a:t>
            </a:r>
          </a:p>
          <a:p>
            <a:endParaRPr lang="en-IN" sz="2400" b="1" dirty="0"/>
          </a:p>
          <a:p>
            <a:r>
              <a:rPr lang="en-IN" sz="2400" b="1" dirty="0"/>
              <a:t>Result: Query time 70% faster, optimized logic.</a:t>
            </a:r>
          </a:p>
        </p:txBody>
      </p:sp>
    </p:spTree>
    <p:extLst>
      <p:ext uri="{BB962C8B-B14F-4D97-AF65-F5344CB8AC3E}">
        <p14:creationId xmlns:p14="http://schemas.microsoft.com/office/powerpoint/2010/main" val="402841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99B5F29-ED3B-9B44-DBBE-FD28EE77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760121"/>
          </a:xfrm>
        </p:spPr>
        <p:txBody>
          <a:bodyPr/>
          <a:lstStyle/>
          <a:p>
            <a:r>
              <a:rPr lang="en-US" dirty="0"/>
              <a:t>MIS REPORTS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A8AD5F-DCF2-F71C-E7E2-C2FD4287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CC6B6-E9D4-1736-ABF6-727D2464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70D1CB-2EE0-AA5D-940C-97D379B87161}"/>
              </a:ext>
            </a:extLst>
          </p:cNvPr>
          <p:cNvSpPr txBox="1"/>
          <p:nvPr/>
        </p:nvSpPr>
        <p:spPr>
          <a:xfrm>
            <a:off x="3048000" y="2209672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File: Retail Analysis Task 1.xlsx (39KB)</a:t>
            </a:r>
          </a:p>
          <a:p>
            <a:endParaRPr lang="en-IN" sz="2400" b="1" dirty="0"/>
          </a:p>
          <a:p>
            <a:r>
              <a:rPr lang="en-IN" sz="2400" b="1" dirty="0"/>
              <a:t>Daily / Weekly / Monthly tabs with Pivot Tables &amp; Slicers.</a:t>
            </a:r>
          </a:p>
          <a:p>
            <a:endParaRPr lang="en-IN" sz="2400" b="1" dirty="0"/>
          </a:p>
          <a:p>
            <a:r>
              <a:rPr lang="en-IN" sz="2400" b="1" dirty="0"/>
              <a:t>Single source: Cleaned_FINAL.xlsx linked everywhere.</a:t>
            </a:r>
          </a:p>
        </p:txBody>
      </p:sp>
    </p:spTree>
    <p:extLst>
      <p:ext uri="{BB962C8B-B14F-4D97-AF65-F5344CB8AC3E}">
        <p14:creationId xmlns:p14="http://schemas.microsoft.com/office/powerpoint/2010/main" val="162877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37D19-4D60-B5D0-74C9-46A5D812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976145"/>
          </a:xfrm>
        </p:spPr>
        <p:txBody>
          <a:bodyPr/>
          <a:lstStyle/>
          <a:p>
            <a:r>
              <a:rPr lang="en-US" dirty="0"/>
              <a:t>POWER BI DASHBOARD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F924E8-B6E6-C266-842D-422148E5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DE4CC7-0F16-896F-1EBA-F387E12A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F1F63D-BE7C-181E-3F46-13AEB26570B3}"/>
              </a:ext>
            </a:extLst>
          </p:cNvPr>
          <p:cNvSpPr txBox="1"/>
          <p:nvPr/>
        </p:nvSpPr>
        <p:spPr>
          <a:xfrm>
            <a:off x="1991544" y="233552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File: .pbix (170KB) &amp; .pdf (634KB)</a:t>
            </a:r>
          </a:p>
          <a:p>
            <a:endParaRPr lang="en-IN" sz="2400" b="1" dirty="0"/>
          </a:p>
          <a:p>
            <a:r>
              <a:rPr lang="en-IN" sz="2400" b="1" dirty="0"/>
              <a:t>KPIs: Cards, Donut for PaymentMode, Bar for Category, Line for trend.</a:t>
            </a:r>
          </a:p>
          <a:p>
            <a:endParaRPr lang="en-IN" sz="2400" b="1" dirty="0"/>
          </a:p>
          <a:p>
            <a:r>
              <a:rPr lang="en-IN" sz="2400" b="1" dirty="0"/>
              <a:t>Design: Dark green theme, fully interactive filters.</a:t>
            </a:r>
          </a:p>
        </p:txBody>
      </p:sp>
    </p:spTree>
    <p:extLst>
      <p:ext uri="{BB962C8B-B14F-4D97-AF65-F5344CB8AC3E}">
        <p14:creationId xmlns:p14="http://schemas.microsoft.com/office/powerpoint/2010/main" val="300874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>
            <a:extLst>
              <a:ext uri="{FF2B5EF4-FFF2-40B4-BE49-F238E27FC236}">
                <a16:creationId xmlns:a16="http://schemas.microsoft.com/office/drawing/2014/main" id="{6F402D0D-1253-FDCF-200C-358D2373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851453"/>
          </a:xfrm>
        </p:spPr>
        <p:txBody>
          <a:bodyPr/>
          <a:lstStyle/>
          <a:p>
            <a:r>
              <a:rPr lang="en-US" dirty="0"/>
              <a:t> TRENDS IDENTIFIED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C041C-BA32-9DB5-9158-1264919F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01FA3-0BE0-D543-3ABD-0B0771F3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4AD75B-58A7-A938-C893-64304CB70327}"/>
              </a:ext>
            </a:extLst>
          </p:cNvPr>
          <p:cNvSpPr txBox="1"/>
          <p:nvPr/>
        </p:nvSpPr>
        <p:spPr>
          <a:xfrm>
            <a:off x="2423592" y="234888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Electronics is top category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UPI/COD most preferred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Saturday = peak day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Q4 = seasonal peak</a:t>
            </a:r>
          </a:p>
        </p:txBody>
      </p:sp>
    </p:spTree>
    <p:extLst>
      <p:ext uri="{BB962C8B-B14F-4D97-AF65-F5344CB8AC3E}">
        <p14:creationId xmlns:p14="http://schemas.microsoft.com/office/powerpoint/2010/main" val="312043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40">
            <a:extLst>
              <a:ext uri="{FF2B5EF4-FFF2-40B4-BE49-F238E27FC236}">
                <a16:creationId xmlns:a16="http://schemas.microsoft.com/office/drawing/2014/main" id="{A49ABFAC-D966-9A7C-EFB9-4AA2A4BF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976145"/>
          </a:xfrm>
        </p:spPr>
        <p:txBody>
          <a:bodyPr/>
          <a:lstStyle/>
          <a:p>
            <a:r>
              <a:rPr lang="en-US" dirty="0"/>
              <a:t>ANOMALIES FOUND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58156F-B502-2468-F7F7-7EF56BA4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1DE16D-6222-1703-D240-DA742BD7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8F0F0-5738-839F-E797-67AC1BD6C1E5}"/>
              </a:ext>
            </a:extLst>
          </p:cNvPr>
          <p:cNvSpPr txBox="1"/>
          <p:nvPr/>
        </p:nvSpPr>
        <p:spPr>
          <a:xfrm>
            <a:off x="2351584" y="2324659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5% orders pending &gt;7 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12% failure in one payment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entry errors before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Shipping delay in one region</a:t>
            </a:r>
          </a:p>
        </p:txBody>
      </p:sp>
    </p:spTree>
    <p:extLst>
      <p:ext uri="{BB962C8B-B14F-4D97-AF65-F5344CB8AC3E}">
        <p14:creationId xmlns:p14="http://schemas.microsoft.com/office/powerpoint/2010/main" val="270031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5A0AD-52EA-8A3D-00F9-72C649D7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851453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08FD8E-3A0A-CCD4-5C2F-5B65BE73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786B75-8C5A-A01F-F202-D3CB14D3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8D3E31-65D4-4423-DCE5-341229CBA527}"/>
              </a:ext>
            </a:extLst>
          </p:cNvPr>
          <p:cNvSpPr txBox="1"/>
          <p:nvPr/>
        </p:nvSpPr>
        <p:spPr>
          <a:xfrm>
            <a:off x="2567608" y="2420888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Increase stock of top category by 25%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Fix payment gateway - recover ∼9M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Launch weekend offers (Fri-Sun)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Create loyalty program for repeat customers</a:t>
            </a:r>
          </a:p>
        </p:txBody>
      </p:sp>
    </p:spTree>
    <p:extLst>
      <p:ext uri="{BB962C8B-B14F-4D97-AF65-F5344CB8AC3E}">
        <p14:creationId xmlns:p14="http://schemas.microsoft.com/office/powerpoint/2010/main" val="2352993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F1DD75-A4B1-D99B-2111-46A878B8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FA6A62-8FBF-887D-0560-47FF98E2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1155094-E743-EA66-DC8A-90D02FEB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101"/>
            <a:ext cx="11243992" cy="760699"/>
          </a:xfrm>
        </p:spPr>
        <p:txBody>
          <a:bodyPr/>
          <a:lstStyle/>
          <a:p>
            <a:pPr algn="ctr"/>
            <a:r>
              <a:rPr lang="en-IN" sz="4000" dirty="0"/>
              <a:t>PROCESS IMPROVEMENT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07574-BC12-5409-0F6E-BC56C34B7F0D}"/>
              </a:ext>
            </a:extLst>
          </p:cNvPr>
          <p:cNvSpPr txBox="1"/>
          <p:nvPr/>
        </p:nvSpPr>
        <p:spPr>
          <a:xfrm>
            <a:off x="2087508" y="198884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Manual entry -&gt; Dropdown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Manual reports -&gt; Auto Power BI refresh + 9 AM email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Slow queries -&gt; Indexing + Stored procedure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Result: 10 hrs/week saved, 100% accuracy</a:t>
            </a:r>
          </a:p>
        </p:txBody>
      </p:sp>
    </p:spTree>
    <p:extLst>
      <p:ext uri="{BB962C8B-B14F-4D97-AF65-F5344CB8AC3E}">
        <p14:creationId xmlns:p14="http://schemas.microsoft.com/office/powerpoint/2010/main" val="3729241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456" y="188640"/>
            <a:ext cx="10040112" cy="1368152"/>
          </a:xfrm>
        </p:spPr>
        <p:txBody>
          <a:bodyPr anchor="t">
            <a:noAutofit/>
          </a:bodyPr>
          <a:lstStyle/>
          <a:p>
            <a:pPr algn="ctr"/>
            <a:r>
              <a:rPr lang="en-US" sz="9600" spc="300" dirty="0">
                <a:ln w="28575">
                  <a:solidFill>
                    <a:schemeClr val="tx1"/>
                  </a:solidFill>
                </a:ln>
                <a:noFill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432" y="2148840"/>
            <a:ext cx="10040112" cy="1280160"/>
          </a:xfrm>
        </p:spPr>
        <p:txBody>
          <a:bodyPr anchor="t">
            <a:normAutofit/>
          </a:bodyPr>
          <a:lstStyle/>
          <a:p>
            <a:r>
              <a:rPr lang="en-US" dirty="0"/>
              <a:t>Thank You</a:t>
            </a:r>
          </a:p>
          <a:p>
            <a:r>
              <a:rPr lang="en-US" dirty="0"/>
              <a:t>Palak - Retail Sales Analysis Task 1All deliverables ready: .XLSX | .SQL | .PBIX | .PDF | .PPTX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7731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-Design-TM34316244_Win32_SD_v9" id="{4C371580-6163-46D2-96AA-0DCC330A1B9A}" vid="{FC8D8AFF-D381-4C29-B9DC-A81BA0CD1B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CC5ED-FDC5-47FC-8E7E-D334979F14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21B937-7172-47A3-B8EF-010B04CBBB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4FA603-F875-4A03-93C9-402691CFAD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Droplet design</Template>
  <TotalTime>87</TotalTime>
  <Words>486</Words>
  <Application>Microsoft Office PowerPoint</Application>
  <PresentationFormat>Widescreen</PresentationFormat>
  <Paragraphs>113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RETAIL SALES ANALYSIS</vt:lpstr>
      <vt:lpstr>AGENDA</vt:lpstr>
      <vt:lpstr>INTRODUCTION</vt:lpstr>
      <vt:lpstr>PRIMARY GOALS</vt:lpstr>
      <vt:lpstr>QUARTERLY PERFORMANCE</vt:lpstr>
      <vt:lpstr>AREAS OF GROWTH</vt:lpstr>
      <vt:lpstr>File: data_cleaning.py (3KB)  Steps: Null handling, Duplicate removal, Date parsing, Category standardization, Outlier capping (3SD)  Validation: Row count 100% matched</vt:lpstr>
      <vt:lpstr>SQL ANALYSIS</vt:lpstr>
      <vt:lpstr>MIS REPORTS</vt:lpstr>
      <vt:lpstr>POWER BI DASHBOARD</vt:lpstr>
      <vt:lpstr> TRENDS IDENTIFIED</vt:lpstr>
      <vt:lpstr>ANOMALIES FOUND</vt:lpstr>
      <vt:lpstr>RECOMMENDATIONS</vt:lpstr>
      <vt:lpstr>PROCESS IMPROVEMENT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Sahu</dc:creator>
  <cp:lastModifiedBy>Simran Sahu</cp:lastModifiedBy>
  <cp:revision>1</cp:revision>
  <dcterms:created xsi:type="dcterms:W3CDTF">2026-08-26T07:07:04Z</dcterms:created>
  <dcterms:modified xsi:type="dcterms:W3CDTF">2026-08-26T11:45:42Z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